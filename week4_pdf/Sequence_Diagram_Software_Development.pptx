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10" Type="http://schemas.openxmlformats.org/officeDocument/2006/relationships/image" Target="../media/image21.svg"/><Relationship Id="rId4" Type="http://schemas.openxmlformats.org/officeDocument/2006/relationships/image" Target="../media/image15.svg"/><Relationship Id="rId9" Type="http://schemas.openxmlformats.org/officeDocument/2006/relationships/image" Target="../media/image20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F4FF5CB-D31F-44D1-B341-5C09D6D54E2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DB432F2-63C5-4E35-BD56-F69B4540889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A type of UML diagram that shows object interactions over time</a:t>
          </a:r>
        </a:p>
      </dgm:t>
    </dgm:pt>
    <dgm:pt modelId="{CCB6F687-1840-45DE-B796-9539C5BCEA6A}" type="parTrans" cxnId="{C7E4BA65-D817-4061-B7AA-39063AFB005E}">
      <dgm:prSet/>
      <dgm:spPr/>
      <dgm:t>
        <a:bodyPr/>
        <a:lstStyle/>
        <a:p>
          <a:endParaRPr lang="en-US"/>
        </a:p>
      </dgm:t>
    </dgm:pt>
    <dgm:pt modelId="{B5348D28-96A8-4DD7-93C2-7382E7B192B4}" type="sibTrans" cxnId="{C7E4BA65-D817-4061-B7AA-39063AFB005E}">
      <dgm:prSet/>
      <dgm:spPr/>
      <dgm:t>
        <a:bodyPr/>
        <a:lstStyle/>
        <a:p>
          <a:endParaRPr lang="en-US"/>
        </a:p>
      </dgm:t>
    </dgm:pt>
    <dgm:pt modelId="{2A1C230A-1218-4136-A17D-063C572E8ED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Visualizes the sequence of messages exchanged</a:t>
          </a:r>
        </a:p>
      </dgm:t>
    </dgm:pt>
    <dgm:pt modelId="{A4470557-2D7C-42E7-A624-368A29363CBC}" type="parTrans" cxnId="{69260C88-1731-418E-B3A6-EC4FE054DB6C}">
      <dgm:prSet/>
      <dgm:spPr/>
      <dgm:t>
        <a:bodyPr/>
        <a:lstStyle/>
        <a:p>
          <a:endParaRPr lang="en-US"/>
        </a:p>
      </dgm:t>
    </dgm:pt>
    <dgm:pt modelId="{7727797B-613D-4447-911F-D2E33CFE05DE}" type="sibTrans" cxnId="{69260C88-1731-418E-B3A6-EC4FE054DB6C}">
      <dgm:prSet/>
      <dgm:spPr/>
      <dgm:t>
        <a:bodyPr/>
        <a:lstStyle/>
        <a:p>
          <a:endParaRPr lang="en-US"/>
        </a:p>
      </dgm:t>
    </dgm:pt>
    <dgm:pt modelId="{780AF2C3-58F1-4FBE-904C-D46C09890DF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Helps model the logic of complex operations, functions, or procedures</a:t>
          </a:r>
        </a:p>
      </dgm:t>
    </dgm:pt>
    <dgm:pt modelId="{1FB75AF9-F2EF-472E-B879-BE54BAF927C9}" type="parTrans" cxnId="{00EA20CB-5AB5-4441-9F93-206C5694815B}">
      <dgm:prSet/>
      <dgm:spPr/>
      <dgm:t>
        <a:bodyPr/>
        <a:lstStyle/>
        <a:p>
          <a:endParaRPr lang="en-US"/>
        </a:p>
      </dgm:t>
    </dgm:pt>
    <dgm:pt modelId="{C4C4980A-23C4-4AE5-9EC1-1C785DAC9D51}" type="sibTrans" cxnId="{00EA20CB-5AB5-4441-9F93-206C5694815B}">
      <dgm:prSet/>
      <dgm:spPr/>
      <dgm:t>
        <a:bodyPr/>
        <a:lstStyle/>
        <a:p>
          <a:endParaRPr lang="en-US"/>
        </a:p>
      </dgm:t>
    </dgm:pt>
    <dgm:pt modelId="{529D19A2-88E6-4BE5-A17F-A726EA2C92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Useful in both analysis and design phases</a:t>
          </a:r>
        </a:p>
      </dgm:t>
    </dgm:pt>
    <dgm:pt modelId="{7DFC3ECF-42EF-4DF5-A465-DD4920706E23}" type="parTrans" cxnId="{E3A4F744-6572-4DB1-BCEB-8C948FF7C205}">
      <dgm:prSet/>
      <dgm:spPr/>
      <dgm:t>
        <a:bodyPr/>
        <a:lstStyle/>
        <a:p>
          <a:endParaRPr lang="en-US"/>
        </a:p>
      </dgm:t>
    </dgm:pt>
    <dgm:pt modelId="{68AE90AB-7A89-4867-983A-555EE8FE4558}" type="sibTrans" cxnId="{E3A4F744-6572-4DB1-BCEB-8C948FF7C205}">
      <dgm:prSet/>
      <dgm:spPr/>
      <dgm:t>
        <a:bodyPr/>
        <a:lstStyle/>
        <a:p>
          <a:endParaRPr lang="en-US"/>
        </a:p>
      </dgm:t>
    </dgm:pt>
    <dgm:pt modelId="{D6971B07-7E83-4D88-A3A1-5A6692602C7F}" type="pres">
      <dgm:prSet presAssocID="{8F4FF5CB-D31F-44D1-B341-5C09D6D54E2B}" presName="root" presStyleCnt="0">
        <dgm:presLayoutVars>
          <dgm:dir/>
          <dgm:resizeHandles val="exact"/>
        </dgm:presLayoutVars>
      </dgm:prSet>
      <dgm:spPr/>
    </dgm:pt>
    <dgm:pt modelId="{82E382E0-99D1-4C24-B1EC-8A78FD7B46CA}" type="pres">
      <dgm:prSet presAssocID="{4DB432F2-63C5-4E35-BD56-F69B45408898}" presName="compNode" presStyleCnt="0"/>
      <dgm:spPr/>
    </dgm:pt>
    <dgm:pt modelId="{2C498A00-F117-4A93-B6F8-A039715B59D6}" type="pres">
      <dgm:prSet presAssocID="{4DB432F2-63C5-4E35-BD56-F69B45408898}" presName="bgRect" presStyleLbl="bgShp" presStyleIdx="0" presStyleCnt="4"/>
      <dgm:spPr/>
    </dgm:pt>
    <dgm:pt modelId="{EA03F955-47C0-408D-B96F-A47F7D39D0F6}" type="pres">
      <dgm:prSet presAssocID="{4DB432F2-63C5-4E35-BD56-F69B4540889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Network Diagram"/>
        </a:ext>
      </dgm:extLst>
    </dgm:pt>
    <dgm:pt modelId="{943AB3FF-C4DA-4BD2-9474-8334F976509E}" type="pres">
      <dgm:prSet presAssocID="{4DB432F2-63C5-4E35-BD56-F69B45408898}" presName="spaceRect" presStyleCnt="0"/>
      <dgm:spPr/>
    </dgm:pt>
    <dgm:pt modelId="{338B4B50-EA71-495E-BE16-0683D8E306F6}" type="pres">
      <dgm:prSet presAssocID="{4DB432F2-63C5-4E35-BD56-F69B45408898}" presName="parTx" presStyleLbl="revTx" presStyleIdx="0" presStyleCnt="4">
        <dgm:presLayoutVars>
          <dgm:chMax val="0"/>
          <dgm:chPref val="0"/>
        </dgm:presLayoutVars>
      </dgm:prSet>
      <dgm:spPr/>
    </dgm:pt>
    <dgm:pt modelId="{94668E10-0F36-4D8B-8695-D6264D2197E9}" type="pres">
      <dgm:prSet presAssocID="{B5348D28-96A8-4DD7-93C2-7382E7B192B4}" presName="sibTrans" presStyleCnt="0"/>
      <dgm:spPr/>
    </dgm:pt>
    <dgm:pt modelId="{28DB020F-4040-4E56-9EB5-60755809C82E}" type="pres">
      <dgm:prSet presAssocID="{2A1C230A-1218-4136-A17D-063C572E8ED2}" presName="compNode" presStyleCnt="0"/>
      <dgm:spPr/>
    </dgm:pt>
    <dgm:pt modelId="{CA6E26B4-F383-4A2A-999F-72FE8E466ACA}" type="pres">
      <dgm:prSet presAssocID="{2A1C230A-1218-4136-A17D-063C572E8ED2}" presName="bgRect" presStyleLbl="bgShp" presStyleIdx="1" presStyleCnt="4"/>
      <dgm:spPr/>
    </dgm:pt>
    <dgm:pt modelId="{DB88D69B-4405-43C7-9049-0CAC1E851B19}" type="pres">
      <dgm:prSet presAssocID="{2A1C230A-1218-4136-A17D-063C572E8ED2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1557FC8E-B7D5-4949-BECA-250485AC5C3E}" type="pres">
      <dgm:prSet presAssocID="{2A1C230A-1218-4136-A17D-063C572E8ED2}" presName="spaceRect" presStyleCnt="0"/>
      <dgm:spPr/>
    </dgm:pt>
    <dgm:pt modelId="{81A80313-6940-4FBA-93F5-FB4DA6B68055}" type="pres">
      <dgm:prSet presAssocID="{2A1C230A-1218-4136-A17D-063C572E8ED2}" presName="parTx" presStyleLbl="revTx" presStyleIdx="1" presStyleCnt="4">
        <dgm:presLayoutVars>
          <dgm:chMax val="0"/>
          <dgm:chPref val="0"/>
        </dgm:presLayoutVars>
      </dgm:prSet>
      <dgm:spPr/>
    </dgm:pt>
    <dgm:pt modelId="{7152C885-2F05-456F-AF47-BC04038598C7}" type="pres">
      <dgm:prSet presAssocID="{7727797B-613D-4447-911F-D2E33CFE05DE}" presName="sibTrans" presStyleCnt="0"/>
      <dgm:spPr/>
    </dgm:pt>
    <dgm:pt modelId="{AC8B50FA-7229-496A-9FE9-EE5B7AF5A5F9}" type="pres">
      <dgm:prSet presAssocID="{780AF2C3-58F1-4FBE-904C-D46C09890DFC}" presName="compNode" presStyleCnt="0"/>
      <dgm:spPr/>
    </dgm:pt>
    <dgm:pt modelId="{A17A964F-B7E5-49AC-A8C2-8D4221092F77}" type="pres">
      <dgm:prSet presAssocID="{780AF2C3-58F1-4FBE-904C-D46C09890DFC}" presName="bgRect" presStyleLbl="bgShp" presStyleIdx="2" presStyleCnt="4"/>
      <dgm:spPr/>
    </dgm:pt>
    <dgm:pt modelId="{0C37D787-2531-4EA3-9968-C786FB320AAA}" type="pres">
      <dgm:prSet presAssocID="{780AF2C3-58F1-4FBE-904C-D46C09890DF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04FF6FF4-9A9B-4563-8773-2B87482414A0}" type="pres">
      <dgm:prSet presAssocID="{780AF2C3-58F1-4FBE-904C-D46C09890DFC}" presName="spaceRect" presStyleCnt="0"/>
      <dgm:spPr/>
    </dgm:pt>
    <dgm:pt modelId="{8012EF70-F254-4819-A27F-F7FF9BEFD846}" type="pres">
      <dgm:prSet presAssocID="{780AF2C3-58F1-4FBE-904C-D46C09890DFC}" presName="parTx" presStyleLbl="revTx" presStyleIdx="2" presStyleCnt="4">
        <dgm:presLayoutVars>
          <dgm:chMax val="0"/>
          <dgm:chPref val="0"/>
        </dgm:presLayoutVars>
      </dgm:prSet>
      <dgm:spPr/>
    </dgm:pt>
    <dgm:pt modelId="{30A20FBA-231C-4B0E-82B8-C170F8B1ECA9}" type="pres">
      <dgm:prSet presAssocID="{C4C4980A-23C4-4AE5-9EC1-1C785DAC9D51}" presName="sibTrans" presStyleCnt="0"/>
      <dgm:spPr/>
    </dgm:pt>
    <dgm:pt modelId="{8DB5F68A-C3D6-4A72-9646-89347C27F10A}" type="pres">
      <dgm:prSet presAssocID="{529D19A2-88E6-4BE5-A17F-A726EA2C92AD}" presName="compNode" presStyleCnt="0"/>
      <dgm:spPr/>
    </dgm:pt>
    <dgm:pt modelId="{77156C2E-123D-4932-A2C4-56A99E1A1FB1}" type="pres">
      <dgm:prSet presAssocID="{529D19A2-88E6-4BE5-A17F-A726EA2C92AD}" presName="bgRect" presStyleLbl="bgShp" presStyleIdx="3" presStyleCnt="4"/>
      <dgm:spPr/>
    </dgm:pt>
    <dgm:pt modelId="{812B94B5-66F9-4404-8834-8854D6E8FDA8}" type="pres">
      <dgm:prSet presAssocID="{529D19A2-88E6-4BE5-A17F-A726EA2C92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4BB42EE-9E2C-4193-9F08-0A383DA09D42}" type="pres">
      <dgm:prSet presAssocID="{529D19A2-88E6-4BE5-A17F-A726EA2C92AD}" presName="spaceRect" presStyleCnt="0"/>
      <dgm:spPr/>
    </dgm:pt>
    <dgm:pt modelId="{41E5D1E5-8D80-4ECE-9072-F8802CA96ECE}" type="pres">
      <dgm:prSet presAssocID="{529D19A2-88E6-4BE5-A17F-A726EA2C92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CF68EE0C-6B68-4DD4-A5E6-CB8F80CCBBC4}" type="presOf" srcId="{4DB432F2-63C5-4E35-BD56-F69B45408898}" destId="{338B4B50-EA71-495E-BE16-0683D8E306F6}" srcOrd="0" destOrd="0" presId="urn:microsoft.com/office/officeart/2018/2/layout/IconVerticalSolidList"/>
    <dgm:cxn modelId="{C49B4815-393C-43DD-845B-42A9D8830B99}" type="presOf" srcId="{2A1C230A-1218-4136-A17D-063C572E8ED2}" destId="{81A80313-6940-4FBA-93F5-FB4DA6B68055}" srcOrd="0" destOrd="0" presId="urn:microsoft.com/office/officeart/2018/2/layout/IconVerticalSolidList"/>
    <dgm:cxn modelId="{3BE36763-6049-4171-95E8-1F8A09C58049}" type="presOf" srcId="{8F4FF5CB-D31F-44D1-B341-5C09D6D54E2B}" destId="{D6971B07-7E83-4D88-A3A1-5A6692602C7F}" srcOrd="0" destOrd="0" presId="urn:microsoft.com/office/officeart/2018/2/layout/IconVerticalSolidList"/>
    <dgm:cxn modelId="{E3A4F744-6572-4DB1-BCEB-8C948FF7C205}" srcId="{8F4FF5CB-D31F-44D1-B341-5C09D6D54E2B}" destId="{529D19A2-88E6-4BE5-A17F-A726EA2C92AD}" srcOrd="3" destOrd="0" parTransId="{7DFC3ECF-42EF-4DF5-A465-DD4920706E23}" sibTransId="{68AE90AB-7A89-4867-983A-555EE8FE4558}"/>
    <dgm:cxn modelId="{C7E4BA65-D817-4061-B7AA-39063AFB005E}" srcId="{8F4FF5CB-D31F-44D1-B341-5C09D6D54E2B}" destId="{4DB432F2-63C5-4E35-BD56-F69B45408898}" srcOrd="0" destOrd="0" parTransId="{CCB6F687-1840-45DE-B796-9539C5BCEA6A}" sibTransId="{B5348D28-96A8-4DD7-93C2-7382E7B192B4}"/>
    <dgm:cxn modelId="{DA75F446-2DB8-4D66-A020-1F30CF0C9214}" type="presOf" srcId="{529D19A2-88E6-4BE5-A17F-A726EA2C92AD}" destId="{41E5D1E5-8D80-4ECE-9072-F8802CA96ECE}" srcOrd="0" destOrd="0" presId="urn:microsoft.com/office/officeart/2018/2/layout/IconVerticalSolidList"/>
    <dgm:cxn modelId="{69260C88-1731-418E-B3A6-EC4FE054DB6C}" srcId="{8F4FF5CB-D31F-44D1-B341-5C09D6D54E2B}" destId="{2A1C230A-1218-4136-A17D-063C572E8ED2}" srcOrd="1" destOrd="0" parTransId="{A4470557-2D7C-42E7-A624-368A29363CBC}" sibTransId="{7727797B-613D-4447-911F-D2E33CFE05DE}"/>
    <dgm:cxn modelId="{4B1401C1-09BF-4B89-A95A-6557B3280AEB}" type="presOf" srcId="{780AF2C3-58F1-4FBE-904C-D46C09890DFC}" destId="{8012EF70-F254-4819-A27F-F7FF9BEFD846}" srcOrd="0" destOrd="0" presId="urn:microsoft.com/office/officeart/2018/2/layout/IconVerticalSolidList"/>
    <dgm:cxn modelId="{00EA20CB-5AB5-4441-9F93-206C5694815B}" srcId="{8F4FF5CB-D31F-44D1-B341-5C09D6D54E2B}" destId="{780AF2C3-58F1-4FBE-904C-D46C09890DFC}" srcOrd="2" destOrd="0" parTransId="{1FB75AF9-F2EF-472E-B879-BE54BAF927C9}" sibTransId="{C4C4980A-23C4-4AE5-9EC1-1C785DAC9D51}"/>
    <dgm:cxn modelId="{1C1D8A3C-60AE-42A7-BECA-FC7AC82128A0}" type="presParOf" srcId="{D6971B07-7E83-4D88-A3A1-5A6692602C7F}" destId="{82E382E0-99D1-4C24-B1EC-8A78FD7B46CA}" srcOrd="0" destOrd="0" presId="urn:microsoft.com/office/officeart/2018/2/layout/IconVerticalSolidList"/>
    <dgm:cxn modelId="{CAF39708-55FD-46D3-98F9-8E08BC7CFF9C}" type="presParOf" srcId="{82E382E0-99D1-4C24-B1EC-8A78FD7B46CA}" destId="{2C498A00-F117-4A93-B6F8-A039715B59D6}" srcOrd="0" destOrd="0" presId="urn:microsoft.com/office/officeart/2018/2/layout/IconVerticalSolidList"/>
    <dgm:cxn modelId="{4FD649DE-12EA-4903-87DB-FDE5F02B6EB0}" type="presParOf" srcId="{82E382E0-99D1-4C24-B1EC-8A78FD7B46CA}" destId="{EA03F955-47C0-408D-B96F-A47F7D39D0F6}" srcOrd="1" destOrd="0" presId="urn:microsoft.com/office/officeart/2018/2/layout/IconVerticalSolidList"/>
    <dgm:cxn modelId="{ACA75F54-37A4-4704-B1ED-1D2FA7B63BCA}" type="presParOf" srcId="{82E382E0-99D1-4C24-B1EC-8A78FD7B46CA}" destId="{943AB3FF-C4DA-4BD2-9474-8334F976509E}" srcOrd="2" destOrd="0" presId="urn:microsoft.com/office/officeart/2018/2/layout/IconVerticalSolidList"/>
    <dgm:cxn modelId="{9BBA810E-6C9C-470A-9137-F367F59621E8}" type="presParOf" srcId="{82E382E0-99D1-4C24-B1EC-8A78FD7B46CA}" destId="{338B4B50-EA71-495E-BE16-0683D8E306F6}" srcOrd="3" destOrd="0" presId="urn:microsoft.com/office/officeart/2018/2/layout/IconVerticalSolidList"/>
    <dgm:cxn modelId="{A0BC5FA2-F5B9-4F98-BD7B-13C7C724FC09}" type="presParOf" srcId="{D6971B07-7E83-4D88-A3A1-5A6692602C7F}" destId="{94668E10-0F36-4D8B-8695-D6264D2197E9}" srcOrd="1" destOrd="0" presId="urn:microsoft.com/office/officeart/2018/2/layout/IconVerticalSolidList"/>
    <dgm:cxn modelId="{FFBDC6C1-147C-45D9-A616-5D0823EF75AE}" type="presParOf" srcId="{D6971B07-7E83-4D88-A3A1-5A6692602C7F}" destId="{28DB020F-4040-4E56-9EB5-60755809C82E}" srcOrd="2" destOrd="0" presId="urn:microsoft.com/office/officeart/2018/2/layout/IconVerticalSolidList"/>
    <dgm:cxn modelId="{E50780B9-FAB0-4938-AE72-66897F7A2402}" type="presParOf" srcId="{28DB020F-4040-4E56-9EB5-60755809C82E}" destId="{CA6E26B4-F383-4A2A-999F-72FE8E466ACA}" srcOrd="0" destOrd="0" presId="urn:microsoft.com/office/officeart/2018/2/layout/IconVerticalSolidList"/>
    <dgm:cxn modelId="{B0363FCB-CAC4-4D45-809E-29845B0C0298}" type="presParOf" srcId="{28DB020F-4040-4E56-9EB5-60755809C82E}" destId="{DB88D69B-4405-43C7-9049-0CAC1E851B19}" srcOrd="1" destOrd="0" presId="urn:microsoft.com/office/officeart/2018/2/layout/IconVerticalSolidList"/>
    <dgm:cxn modelId="{08D4B0FF-01B2-4EF1-932F-BBCFF3F761F6}" type="presParOf" srcId="{28DB020F-4040-4E56-9EB5-60755809C82E}" destId="{1557FC8E-B7D5-4949-BECA-250485AC5C3E}" srcOrd="2" destOrd="0" presId="urn:microsoft.com/office/officeart/2018/2/layout/IconVerticalSolidList"/>
    <dgm:cxn modelId="{C8991CAC-7D93-4C1E-AFDB-F63F1BD31091}" type="presParOf" srcId="{28DB020F-4040-4E56-9EB5-60755809C82E}" destId="{81A80313-6940-4FBA-93F5-FB4DA6B68055}" srcOrd="3" destOrd="0" presId="urn:microsoft.com/office/officeart/2018/2/layout/IconVerticalSolidList"/>
    <dgm:cxn modelId="{FCD22065-64D0-41C3-B31A-F3BEF071ABD3}" type="presParOf" srcId="{D6971B07-7E83-4D88-A3A1-5A6692602C7F}" destId="{7152C885-2F05-456F-AF47-BC04038598C7}" srcOrd="3" destOrd="0" presId="urn:microsoft.com/office/officeart/2018/2/layout/IconVerticalSolidList"/>
    <dgm:cxn modelId="{80A32049-80EF-4234-B2B4-90CEFF04A0D7}" type="presParOf" srcId="{D6971B07-7E83-4D88-A3A1-5A6692602C7F}" destId="{AC8B50FA-7229-496A-9FE9-EE5B7AF5A5F9}" srcOrd="4" destOrd="0" presId="urn:microsoft.com/office/officeart/2018/2/layout/IconVerticalSolidList"/>
    <dgm:cxn modelId="{1711535F-71EA-4B8E-BF82-058BBAF03051}" type="presParOf" srcId="{AC8B50FA-7229-496A-9FE9-EE5B7AF5A5F9}" destId="{A17A964F-B7E5-49AC-A8C2-8D4221092F77}" srcOrd="0" destOrd="0" presId="urn:microsoft.com/office/officeart/2018/2/layout/IconVerticalSolidList"/>
    <dgm:cxn modelId="{EB62002B-8F59-4EBC-BC15-A3F951ECC7AD}" type="presParOf" srcId="{AC8B50FA-7229-496A-9FE9-EE5B7AF5A5F9}" destId="{0C37D787-2531-4EA3-9968-C786FB320AAA}" srcOrd="1" destOrd="0" presId="urn:microsoft.com/office/officeart/2018/2/layout/IconVerticalSolidList"/>
    <dgm:cxn modelId="{F942EB92-8384-4E8D-89A0-E486D4B1D3EF}" type="presParOf" srcId="{AC8B50FA-7229-496A-9FE9-EE5B7AF5A5F9}" destId="{04FF6FF4-9A9B-4563-8773-2B87482414A0}" srcOrd="2" destOrd="0" presId="urn:microsoft.com/office/officeart/2018/2/layout/IconVerticalSolidList"/>
    <dgm:cxn modelId="{CCE06F5A-30F6-44A7-B185-911EFEAF757A}" type="presParOf" srcId="{AC8B50FA-7229-496A-9FE9-EE5B7AF5A5F9}" destId="{8012EF70-F254-4819-A27F-F7FF9BEFD846}" srcOrd="3" destOrd="0" presId="urn:microsoft.com/office/officeart/2018/2/layout/IconVerticalSolidList"/>
    <dgm:cxn modelId="{F7FD671E-CAA3-45C4-8EC1-842CDA3B89BB}" type="presParOf" srcId="{D6971B07-7E83-4D88-A3A1-5A6692602C7F}" destId="{30A20FBA-231C-4B0E-82B8-C170F8B1ECA9}" srcOrd="5" destOrd="0" presId="urn:microsoft.com/office/officeart/2018/2/layout/IconVerticalSolidList"/>
    <dgm:cxn modelId="{B1B71810-5C58-4B25-8E8C-05D1B85016D7}" type="presParOf" srcId="{D6971B07-7E83-4D88-A3A1-5A6692602C7F}" destId="{8DB5F68A-C3D6-4A72-9646-89347C27F10A}" srcOrd="6" destOrd="0" presId="urn:microsoft.com/office/officeart/2018/2/layout/IconVerticalSolidList"/>
    <dgm:cxn modelId="{2B50384C-B4BA-4056-A1C5-B5FDBA59484D}" type="presParOf" srcId="{8DB5F68A-C3D6-4A72-9646-89347C27F10A}" destId="{77156C2E-123D-4932-A2C4-56A99E1A1FB1}" srcOrd="0" destOrd="0" presId="urn:microsoft.com/office/officeart/2018/2/layout/IconVerticalSolidList"/>
    <dgm:cxn modelId="{FCBCD179-E36E-4780-A8F5-31B9104910F5}" type="presParOf" srcId="{8DB5F68A-C3D6-4A72-9646-89347C27F10A}" destId="{812B94B5-66F9-4404-8834-8854D6E8FDA8}" srcOrd="1" destOrd="0" presId="urn:microsoft.com/office/officeart/2018/2/layout/IconVerticalSolidList"/>
    <dgm:cxn modelId="{8CDF00DA-878C-424F-848B-3B10D8A8F4A9}" type="presParOf" srcId="{8DB5F68A-C3D6-4A72-9646-89347C27F10A}" destId="{C4BB42EE-9E2C-4193-9F08-0A383DA09D42}" srcOrd="2" destOrd="0" presId="urn:microsoft.com/office/officeart/2018/2/layout/IconVerticalSolidList"/>
    <dgm:cxn modelId="{79B0718E-3171-41EC-B697-15A768800E8E}" type="presParOf" srcId="{8DB5F68A-C3D6-4A72-9646-89347C27F10A}" destId="{41E5D1E5-8D80-4ECE-9072-F8802CA96EC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9B1E7B6-A4F9-4AD2-B29A-29FDB8ACDCD1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01E6E72-C1E2-459C-9B17-84F9BF945046}">
      <dgm:prSet/>
      <dgm:spPr/>
      <dgm:t>
        <a:bodyPr/>
        <a:lstStyle/>
        <a:p>
          <a:r>
            <a:rPr lang="en-US"/>
            <a:t>1. User -&gt; Login Page: enter credentials</a:t>
          </a:r>
        </a:p>
      </dgm:t>
    </dgm:pt>
    <dgm:pt modelId="{48FEA398-62C6-4953-8569-D9F0DDD240CC}" type="parTrans" cxnId="{50EAD85F-9BAB-4646-A6DB-8FAEDA846A0A}">
      <dgm:prSet/>
      <dgm:spPr/>
      <dgm:t>
        <a:bodyPr/>
        <a:lstStyle/>
        <a:p>
          <a:endParaRPr lang="en-US"/>
        </a:p>
      </dgm:t>
    </dgm:pt>
    <dgm:pt modelId="{1C48B804-F3AC-4E25-B572-9A01621D2D6B}" type="sibTrans" cxnId="{50EAD85F-9BAB-4646-A6DB-8FAEDA846A0A}">
      <dgm:prSet/>
      <dgm:spPr/>
      <dgm:t>
        <a:bodyPr/>
        <a:lstStyle/>
        <a:p>
          <a:endParaRPr lang="en-US"/>
        </a:p>
      </dgm:t>
    </dgm:pt>
    <dgm:pt modelId="{4F53E164-6C03-4823-BAFF-2EB730E76318}">
      <dgm:prSet/>
      <dgm:spPr/>
      <dgm:t>
        <a:bodyPr/>
        <a:lstStyle/>
        <a:p>
          <a:r>
            <a:rPr lang="en-US"/>
            <a:t>2. Login Page -&gt; AuthService: validate credentials</a:t>
          </a:r>
        </a:p>
      </dgm:t>
    </dgm:pt>
    <dgm:pt modelId="{ECFC29FF-3983-48CD-92FA-6017CE22EAEF}" type="parTrans" cxnId="{C85C3544-5666-4249-B2F8-AE44A573D6CB}">
      <dgm:prSet/>
      <dgm:spPr/>
      <dgm:t>
        <a:bodyPr/>
        <a:lstStyle/>
        <a:p>
          <a:endParaRPr lang="en-US"/>
        </a:p>
      </dgm:t>
    </dgm:pt>
    <dgm:pt modelId="{89EC6A8E-5735-4928-8874-1D6517965F9C}" type="sibTrans" cxnId="{C85C3544-5666-4249-B2F8-AE44A573D6CB}">
      <dgm:prSet/>
      <dgm:spPr/>
      <dgm:t>
        <a:bodyPr/>
        <a:lstStyle/>
        <a:p>
          <a:endParaRPr lang="en-US"/>
        </a:p>
      </dgm:t>
    </dgm:pt>
    <dgm:pt modelId="{CEB538CD-B9C3-44F2-AC96-BE89B027F681}">
      <dgm:prSet/>
      <dgm:spPr/>
      <dgm:t>
        <a:bodyPr/>
        <a:lstStyle/>
        <a:p>
          <a:r>
            <a:rPr lang="en-US"/>
            <a:t>3. AuthService -&gt; Database: query user record</a:t>
          </a:r>
        </a:p>
      </dgm:t>
    </dgm:pt>
    <dgm:pt modelId="{ADBF988C-49BB-4478-9163-F9C40F175424}" type="parTrans" cxnId="{A187DEAC-A785-4879-8CCF-926482F17231}">
      <dgm:prSet/>
      <dgm:spPr/>
      <dgm:t>
        <a:bodyPr/>
        <a:lstStyle/>
        <a:p>
          <a:endParaRPr lang="en-US"/>
        </a:p>
      </dgm:t>
    </dgm:pt>
    <dgm:pt modelId="{C78B75B8-8FD5-4904-AC26-4B2B614BE46B}" type="sibTrans" cxnId="{A187DEAC-A785-4879-8CCF-926482F17231}">
      <dgm:prSet/>
      <dgm:spPr/>
      <dgm:t>
        <a:bodyPr/>
        <a:lstStyle/>
        <a:p>
          <a:endParaRPr lang="en-US"/>
        </a:p>
      </dgm:t>
    </dgm:pt>
    <dgm:pt modelId="{A5D8C092-9890-419D-B7BF-B110436EBA3C}">
      <dgm:prSet/>
      <dgm:spPr/>
      <dgm:t>
        <a:bodyPr/>
        <a:lstStyle/>
        <a:p>
          <a:r>
            <a:rPr lang="en-US"/>
            <a:t>4. Database -&gt; AuthService: return result</a:t>
          </a:r>
        </a:p>
      </dgm:t>
    </dgm:pt>
    <dgm:pt modelId="{E6E1FD1B-33AE-420A-94B3-A7A0ECAC56C7}" type="parTrans" cxnId="{BA9B0511-4DE8-41E0-B065-6DDAF8F722A4}">
      <dgm:prSet/>
      <dgm:spPr/>
      <dgm:t>
        <a:bodyPr/>
        <a:lstStyle/>
        <a:p>
          <a:endParaRPr lang="en-US"/>
        </a:p>
      </dgm:t>
    </dgm:pt>
    <dgm:pt modelId="{E12636C5-CCDD-452B-8714-B7A14D09004D}" type="sibTrans" cxnId="{BA9B0511-4DE8-41E0-B065-6DDAF8F722A4}">
      <dgm:prSet/>
      <dgm:spPr/>
      <dgm:t>
        <a:bodyPr/>
        <a:lstStyle/>
        <a:p>
          <a:endParaRPr lang="en-US"/>
        </a:p>
      </dgm:t>
    </dgm:pt>
    <dgm:pt modelId="{FF639308-31E4-448D-80C0-917FC805DFC9}">
      <dgm:prSet/>
      <dgm:spPr/>
      <dgm:t>
        <a:bodyPr/>
        <a:lstStyle/>
        <a:p>
          <a:r>
            <a:rPr lang="en-US"/>
            <a:t>5. AuthService -&gt; Login Page: success/failure</a:t>
          </a:r>
        </a:p>
      </dgm:t>
    </dgm:pt>
    <dgm:pt modelId="{364E89C4-5DDF-400D-B64E-2AB9DE98BD8A}" type="parTrans" cxnId="{9881AB78-7C51-4904-9FE1-AC2FC0865481}">
      <dgm:prSet/>
      <dgm:spPr/>
      <dgm:t>
        <a:bodyPr/>
        <a:lstStyle/>
        <a:p>
          <a:endParaRPr lang="en-US"/>
        </a:p>
      </dgm:t>
    </dgm:pt>
    <dgm:pt modelId="{E4B8C08E-1B98-477C-8258-FDB2289F9859}" type="sibTrans" cxnId="{9881AB78-7C51-4904-9FE1-AC2FC0865481}">
      <dgm:prSet/>
      <dgm:spPr/>
      <dgm:t>
        <a:bodyPr/>
        <a:lstStyle/>
        <a:p>
          <a:endParaRPr lang="en-US"/>
        </a:p>
      </dgm:t>
    </dgm:pt>
    <dgm:pt modelId="{5831ACAC-D1DF-419B-8199-09EB6A818D4E}">
      <dgm:prSet/>
      <dgm:spPr/>
      <dgm:t>
        <a:bodyPr/>
        <a:lstStyle/>
        <a:p>
          <a:r>
            <a:rPr lang="en-US"/>
            <a:t>6. Login Page -&gt; User: show result</a:t>
          </a:r>
        </a:p>
      </dgm:t>
    </dgm:pt>
    <dgm:pt modelId="{53518DD7-B772-453D-9831-CCCF2497A620}" type="parTrans" cxnId="{285E3C57-9EF0-4A4E-9CC4-4BC791AC3027}">
      <dgm:prSet/>
      <dgm:spPr/>
      <dgm:t>
        <a:bodyPr/>
        <a:lstStyle/>
        <a:p>
          <a:endParaRPr lang="en-US"/>
        </a:p>
      </dgm:t>
    </dgm:pt>
    <dgm:pt modelId="{D40A9460-15BA-4F59-8556-73602512C1AE}" type="sibTrans" cxnId="{285E3C57-9EF0-4A4E-9CC4-4BC791AC3027}">
      <dgm:prSet/>
      <dgm:spPr/>
      <dgm:t>
        <a:bodyPr/>
        <a:lstStyle/>
        <a:p>
          <a:endParaRPr lang="en-US"/>
        </a:p>
      </dgm:t>
    </dgm:pt>
    <dgm:pt modelId="{D828DC90-2691-43F0-B897-8D91F67C8372}" type="pres">
      <dgm:prSet presAssocID="{39B1E7B6-A4F9-4AD2-B29A-29FDB8ACDCD1}" presName="Name0" presStyleCnt="0">
        <dgm:presLayoutVars>
          <dgm:dir/>
          <dgm:resizeHandles val="exact"/>
        </dgm:presLayoutVars>
      </dgm:prSet>
      <dgm:spPr/>
    </dgm:pt>
    <dgm:pt modelId="{23D47DEC-069B-4057-AF91-038DF0029027}" type="pres">
      <dgm:prSet presAssocID="{B01E6E72-C1E2-459C-9B17-84F9BF945046}" presName="node" presStyleLbl="node1" presStyleIdx="0" presStyleCnt="6">
        <dgm:presLayoutVars>
          <dgm:bulletEnabled val="1"/>
        </dgm:presLayoutVars>
      </dgm:prSet>
      <dgm:spPr/>
    </dgm:pt>
    <dgm:pt modelId="{106790A6-72FA-434E-9475-D38852F266A9}" type="pres">
      <dgm:prSet presAssocID="{1C48B804-F3AC-4E25-B572-9A01621D2D6B}" presName="sibTrans" presStyleLbl="sibTrans1D1" presStyleIdx="0" presStyleCnt="5"/>
      <dgm:spPr/>
    </dgm:pt>
    <dgm:pt modelId="{60EDAF7C-59A1-42C6-8F37-3D2300D4B73B}" type="pres">
      <dgm:prSet presAssocID="{1C48B804-F3AC-4E25-B572-9A01621D2D6B}" presName="connectorText" presStyleLbl="sibTrans1D1" presStyleIdx="0" presStyleCnt="5"/>
      <dgm:spPr/>
    </dgm:pt>
    <dgm:pt modelId="{CFA837FD-2D0D-42C9-8A56-8BF76A9EA9BB}" type="pres">
      <dgm:prSet presAssocID="{4F53E164-6C03-4823-BAFF-2EB730E76318}" presName="node" presStyleLbl="node1" presStyleIdx="1" presStyleCnt="6">
        <dgm:presLayoutVars>
          <dgm:bulletEnabled val="1"/>
        </dgm:presLayoutVars>
      </dgm:prSet>
      <dgm:spPr/>
    </dgm:pt>
    <dgm:pt modelId="{CF34BEB8-409E-4953-9B2D-6DC6058C84F2}" type="pres">
      <dgm:prSet presAssocID="{89EC6A8E-5735-4928-8874-1D6517965F9C}" presName="sibTrans" presStyleLbl="sibTrans1D1" presStyleIdx="1" presStyleCnt="5"/>
      <dgm:spPr/>
    </dgm:pt>
    <dgm:pt modelId="{0CC43B25-8CB8-48BB-BA47-7585E2110FD4}" type="pres">
      <dgm:prSet presAssocID="{89EC6A8E-5735-4928-8874-1D6517965F9C}" presName="connectorText" presStyleLbl="sibTrans1D1" presStyleIdx="1" presStyleCnt="5"/>
      <dgm:spPr/>
    </dgm:pt>
    <dgm:pt modelId="{F0C06246-D939-4B9B-A683-BC15B6DBDB12}" type="pres">
      <dgm:prSet presAssocID="{CEB538CD-B9C3-44F2-AC96-BE89B027F681}" presName="node" presStyleLbl="node1" presStyleIdx="2" presStyleCnt="6">
        <dgm:presLayoutVars>
          <dgm:bulletEnabled val="1"/>
        </dgm:presLayoutVars>
      </dgm:prSet>
      <dgm:spPr/>
    </dgm:pt>
    <dgm:pt modelId="{F2A3EEC6-973C-4E62-9152-A23AAC2C5DF5}" type="pres">
      <dgm:prSet presAssocID="{C78B75B8-8FD5-4904-AC26-4B2B614BE46B}" presName="sibTrans" presStyleLbl="sibTrans1D1" presStyleIdx="2" presStyleCnt="5"/>
      <dgm:spPr/>
    </dgm:pt>
    <dgm:pt modelId="{29124676-8FAF-489D-9CAB-D779E434334B}" type="pres">
      <dgm:prSet presAssocID="{C78B75B8-8FD5-4904-AC26-4B2B614BE46B}" presName="connectorText" presStyleLbl="sibTrans1D1" presStyleIdx="2" presStyleCnt="5"/>
      <dgm:spPr/>
    </dgm:pt>
    <dgm:pt modelId="{621A58B3-DD04-4736-AFFC-7602EC6F979E}" type="pres">
      <dgm:prSet presAssocID="{A5D8C092-9890-419D-B7BF-B110436EBA3C}" presName="node" presStyleLbl="node1" presStyleIdx="3" presStyleCnt="6">
        <dgm:presLayoutVars>
          <dgm:bulletEnabled val="1"/>
        </dgm:presLayoutVars>
      </dgm:prSet>
      <dgm:spPr/>
    </dgm:pt>
    <dgm:pt modelId="{71374837-2221-4121-B2FD-B93247AEDDDF}" type="pres">
      <dgm:prSet presAssocID="{E12636C5-CCDD-452B-8714-B7A14D09004D}" presName="sibTrans" presStyleLbl="sibTrans1D1" presStyleIdx="3" presStyleCnt="5"/>
      <dgm:spPr/>
    </dgm:pt>
    <dgm:pt modelId="{EBF03F93-EB9B-4FA7-A580-39204ADFFF3D}" type="pres">
      <dgm:prSet presAssocID="{E12636C5-CCDD-452B-8714-B7A14D09004D}" presName="connectorText" presStyleLbl="sibTrans1D1" presStyleIdx="3" presStyleCnt="5"/>
      <dgm:spPr/>
    </dgm:pt>
    <dgm:pt modelId="{D7B36B2A-2112-43C5-991B-A36F3B251B6F}" type="pres">
      <dgm:prSet presAssocID="{FF639308-31E4-448D-80C0-917FC805DFC9}" presName="node" presStyleLbl="node1" presStyleIdx="4" presStyleCnt="6">
        <dgm:presLayoutVars>
          <dgm:bulletEnabled val="1"/>
        </dgm:presLayoutVars>
      </dgm:prSet>
      <dgm:spPr/>
    </dgm:pt>
    <dgm:pt modelId="{E88D80D8-AF0F-4C5B-853F-DA3A1ABEA591}" type="pres">
      <dgm:prSet presAssocID="{E4B8C08E-1B98-477C-8258-FDB2289F9859}" presName="sibTrans" presStyleLbl="sibTrans1D1" presStyleIdx="4" presStyleCnt="5"/>
      <dgm:spPr/>
    </dgm:pt>
    <dgm:pt modelId="{96EA6329-3E8D-4B0E-B25C-AD2A1A1927DE}" type="pres">
      <dgm:prSet presAssocID="{E4B8C08E-1B98-477C-8258-FDB2289F9859}" presName="connectorText" presStyleLbl="sibTrans1D1" presStyleIdx="4" presStyleCnt="5"/>
      <dgm:spPr/>
    </dgm:pt>
    <dgm:pt modelId="{8E7AE5D5-2AF9-4B93-B178-271B01698EC3}" type="pres">
      <dgm:prSet presAssocID="{5831ACAC-D1DF-419B-8199-09EB6A818D4E}" presName="node" presStyleLbl="node1" presStyleIdx="5" presStyleCnt="6">
        <dgm:presLayoutVars>
          <dgm:bulletEnabled val="1"/>
        </dgm:presLayoutVars>
      </dgm:prSet>
      <dgm:spPr/>
    </dgm:pt>
  </dgm:ptLst>
  <dgm:cxnLst>
    <dgm:cxn modelId="{EBF2BA01-B223-445E-8D5C-CAEFEB077B16}" type="presOf" srcId="{89EC6A8E-5735-4928-8874-1D6517965F9C}" destId="{CF34BEB8-409E-4953-9B2D-6DC6058C84F2}" srcOrd="0" destOrd="0" presId="urn:microsoft.com/office/officeart/2016/7/layout/RepeatingBendingProcessNew"/>
    <dgm:cxn modelId="{EED25B07-CECB-47C4-A227-E071FFB174AD}" type="presOf" srcId="{FF639308-31E4-448D-80C0-917FC805DFC9}" destId="{D7B36B2A-2112-43C5-991B-A36F3B251B6F}" srcOrd="0" destOrd="0" presId="urn:microsoft.com/office/officeart/2016/7/layout/RepeatingBendingProcessNew"/>
    <dgm:cxn modelId="{BA9B0511-4DE8-41E0-B065-6DDAF8F722A4}" srcId="{39B1E7B6-A4F9-4AD2-B29A-29FDB8ACDCD1}" destId="{A5D8C092-9890-419D-B7BF-B110436EBA3C}" srcOrd="3" destOrd="0" parTransId="{E6E1FD1B-33AE-420A-94B3-A7A0ECAC56C7}" sibTransId="{E12636C5-CCDD-452B-8714-B7A14D09004D}"/>
    <dgm:cxn modelId="{1A7C2E11-94FC-46CC-91D0-23D3DBBBDDAF}" type="presOf" srcId="{E12636C5-CCDD-452B-8714-B7A14D09004D}" destId="{71374837-2221-4121-B2FD-B93247AEDDDF}" srcOrd="0" destOrd="0" presId="urn:microsoft.com/office/officeart/2016/7/layout/RepeatingBendingProcessNew"/>
    <dgm:cxn modelId="{50EAD85F-9BAB-4646-A6DB-8FAEDA846A0A}" srcId="{39B1E7B6-A4F9-4AD2-B29A-29FDB8ACDCD1}" destId="{B01E6E72-C1E2-459C-9B17-84F9BF945046}" srcOrd="0" destOrd="0" parTransId="{48FEA398-62C6-4953-8569-D9F0DDD240CC}" sibTransId="{1C48B804-F3AC-4E25-B572-9A01621D2D6B}"/>
    <dgm:cxn modelId="{4D051E61-9E50-4AB3-ABCC-836C2389DDA8}" type="presOf" srcId="{C78B75B8-8FD5-4904-AC26-4B2B614BE46B}" destId="{29124676-8FAF-489D-9CAB-D779E434334B}" srcOrd="1" destOrd="0" presId="urn:microsoft.com/office/officeart/2016/7/layout/RepeatingBendingProcessNew"/>
    <dgm:cxn modelId="{C85C3544-5666-4249-B2F8-AE44A573D6CB}" srcId="{39B1E7B6-A4F9-4AD2-B29A-29FDB8ACDCD1}" destId="{4F53E164-6C03-4823-BAFF-2EB730E76318}" srcOrd="1" destOrd="0" parTransId="{ECFC29FF-3983-48CD-92FA-6017CE22EAEF}" sibTransId="{89EC6A8E-5735-4928-8874-1D6517965F9C}"/>
    <dgm:cxn modelId="{89862270-9174-4F87-B7FF-22FC4B22537C}" type="presOf" srcId="{5831ACAC-D1DF-419B-8199-09EB6A818D4E}" destId="{8E7AE5D5-2AF9-4B93-B178-271B01698EC3}" srcOrd="0" destOrd="0" presId="urn:microsoft.com/office/officeart/2016/7/layout/RepeatingBendingProcessNew"/>
    <dgm:cxn modelId="{A27CA653-4D2C-4828-AA96-51A9504F6615}" type="presOf" srcId="{E4B8C08E-1B98-477C-8258-FDB2289F9859}" destId="{E88D80D8-AF0F-4C5B-853F-DA3A1ABEA591}" srcOrd="0" destOrd="0" presId="urn:microsoft.com/office/officeart/2016/7/layout/RepeatingBendingProcessNew"/>
    <dgm:cxn modelId="{285E3C57-9EF0-4A4E-9CC4-4BC791AC3027}" srcId="{39B1E7B6-A4F9-4AD2-B29A-29FDB8ACDCD1}" destId="{5831ACAC-D1DF-419B-8199-09EB6A818D4E}" srcOrd="5" destOrd="0" parTransId="{53518DD7-B772-453D-9831-CCCF2497A620}" sibTransId="{D40A9460-15BA-4F59-8556-73602512C1AE}"/>
    <dgm:cxn modelId="{9881AB78-7C51-4904-9FE1-AC2FC0865481}" srcId="{39B1E7B6-A4F9-4AD2-B29A-29FDB8ACDCD1}" destId="{FF639308-31E4-448D-80C0-917FC805DFC9}" srcOrd="4" destOrd="0" parTransId="{364E89C4-5DDF-400D-B64E-2AB9DE98BD8A}" sibTransId="{E4B8C08E-1B98-477C-8258-FDB2289F9859}"/>
    <dgm:cxn modelId="{5BE4E586-F64F-4B1D-933B-10F9DD9E58C7}" type="presOf" srcId="{B01E6E72-C1E2-459C-9B17-84F9BF945046}" destId="{23D47DEC-069B-4057-AF91-038DF0029027}" srcOrd="0" destOrd="0" presId="urn:microsoft.com/office/officeart/2016/7/layout/RepeatingBendingProcessNew"/>
    <dgm:cxn modelId="{9EBCFC87-4AA6-4B06-BEAA-51DA8AAF95D4}" type="presOf" srcId="{39B1E7B6-A4F9-4AD2-B29A-29FDB8ACDCD1}" destId="{D828DC90-2691-43F0-B897-8D91F67C8372}" srcOrd="0" destOrd="0" presId="urn:microsoft.com/office/officeart/2016/7/layout/RepeatingBendingProcessNew"/>
    <dgm:cxn modelId="{A0D15188-586B-467E-A706-B35E56FBFBD9}" type="presOf" srcId="{89EC6A8E-5735-4928-8874-1D6517965F9C}" destId="{0CC43B25-8CB8-48BB-BA47-7585E2110FD4}" srcOrd="1" destOrd="0" presId="urn:microsoft.com/office/officeart/2016/7/layout/RepeatingBendingProcessNew"/>
    <dgm:cxn modelId="{1D6C06A5-ADEA-42E6-A4A3-1EC14D374CCE}" type="presOf" srcId="{C78B75B8-8FD5-4904-AC26-4B2B614BE46B}" destId="{F2A3EEC6-973C-4E62-9152-A23AAC2C5DF5}" srcOrd="0" destOrd="0" presId="urn:microsoft.com/office/officeart/2016/7/layout/RepeatingBendingProcessNew"/>
    <dgm:cxn modelId="{A187DEAC-A785-4879-8CCF-926482F17231}" srcId="{39B1E7B6-A4F9-4AD2-B29A-29FDB8ACDCD1}" destId="{CEB538CD-B9C3-44F2-AC96-BE89B027F681}" srcOrd="2" destOrd="0" parTransId="{ADBF988C-49BB-4478-9163-F9C40F175424}" sibTransId="{C78B75B8-8FD5-4904-AC26-4B2B614BE46B}"/>
    <dgm:cxn modelId="{515991BA-473E-4B7A-9270-233D5250D0F2}" type="presOf" srcId="{1C48B804-F3AC-4E25-B572-9A01621D2D6B}" destId="{106790A6-72FA-434E-9475-D38852F266A9}" srcOrd="0" destOrd="0" presId="urn:microsoft.com/office/officeart/2016/7/layout/RepeatingBendingProcessNew"/>
    <dgm:cxn modelId="{38229BC4-5769-49C9-9FE4-307674341CAA}" type="presOf" srcId="{4F53E164-6C03-4823-BAFF-2EB730E76318}" destId="{CFA837FD-2D0D-42C9-8A56-8BF76A9EA9BB}" srcOrd="0" destOrd="0" presId="urn:microsoft.com/office/officeart/2016/7/layout/RepeatingBendingProcessNew"/>
    <dgm:cxn modelId="{4CD74CCA-9A71-49BA-A525-C0D6E3372AA2}" type="presOf" srcId="{CEB538CD-B9C3-44F2-AC96-BE89B027F681}" destId="{F0C06246-D939-4B9B-A683-BC15B6DBDB12}" srcOrd="0" destOrd="0" presId="urn:microsoft.com/office/officeart/2016/7/layout/RepeatingBendingProcessNew"/>
    <dgm:cxn modelId="{BC79BFCB-EB66-4C54-928F-F399E6F8B2F4}" type="presOf" srcId="{1C48B804-F3AC-4E25-B572-9A01621D2D6B}" destId="{60EDAF7C-59A1-42C6-8F37-3D2300D4B73B}" srcOrd="1" destOrd="0" presId="urn:microsoft.com/office/officeart/2016/7/layout/RepeatingBendingProcessNew"/>
    <dgm:cxn modelId="{EB999AD9-69CC-4406-8D99-278515D9C6C7}" type="presOf" srcId="{A5D8C092-9890-419D-B7BF-B110436EBA3C}" destId="{621A58B3-DD04-4736-AFFC-7602EC6F979E}" srcOrd="0" destOrd="0" presId="urn:microsoft.com/office/officeart/2016/7/layout/RepeatingBendingProcessNew"/>
    <dgm:cxn modelId="{65E521E7-DB0B-4406-8626-AB775636475A}" type="presOf" srcId="{E12636C5-CCDD-452B-8714-B7A14D09004D}" destId="{EBF03F93-EB9B-4FA7-A580-39204ADFFF3D}" srcOrd="1" destOrd="0" presId="urn:microsoft.com/office/officeart/2016/7/layout/RepeatingBendingProcessNew"/>
    <dgm:cxn modelId="{235D0EF9-C572-4071-8670-370ED367B784}" type="presOf" srcId="{E4B8C08E-1B98-477C-8258-FDB2289F9859}" destId="{96EA6329-3E8D-4B0E-B25C-AD2A1A1927DE}" srcOrd="1" destOrd="0" presId="urn:microsoft.com/office/officeart/2016/7/layout/RepeatingBendingProcessNew"/>
    <dgm:cxn modelId="{AE79FEEE-47EA-4CE1-9A67-FE970812FA71}" type="presParOf" srcId="{D828DC90-2691-43F0-B897-8D91F67C8372}" destId="{23D47DEC-069B-4057-AF91-038DF0029027}" srcOrd="0" destOrd="0" presId="urn:microsoft.com/office/officeart/2016/7/layout/RepeatingBendingProcessNew"/>
    <dgm:cxn modelId="{5DE647AF-7B5B-4A87-9648-0E7C8506362E}" type="presParOf" srcId="{D828DC90-2691-43F0-B897-8D91F67C8372}" destId="{106790A6-72FA-434E-9475-D38852F266A9}" srcOrd="1" destOrd="0" presId="urn:microsoft.com/office/officeart/2016/7/layout/RepeatingBendingProcessNew"/>
    <dgm:cxn modelId="{8E825D23-C106-454C-BD55-1632B7DDC491}" type="presParOf" srcId="{106790A6-72FA-434E-9475-D38852F266A9}" destId="{60EDAF7C-59A1-42C6-8F37-3D2300D4B73B}" srcOrd="0" destOrd="0" presId="urn:microsoft.com/office/officeart/2016/7/layout/RepeatingBendingProcessNew"/>
    <dgm:cxn modelId="{6FD26BAE-AD83-4507-8151-459EE9A236A4}" type="presParOf" srcId="{D828DC90-2691-43F0-B897-8D91F67C8372}" destId="{CFA837FD-2D0D-42C9-8A56-8BF76A9EA9BB}" srcOrd="2" destOrd="0" presId="urn:microsoft.com/office/officeart/2016/7/layout/RepeatingBendingProcessNew"/>
    <dgm:cxn modelId="{B1401E17-D542-4731-B7DF-0C4F38E7685B}" type="presParOf" srcId="{D828DC90-2691-43F0-B897-8D91F67C8372}" destId="{CF34BEB8-409E-4953-9B2D-6DC6058C84F2}" srcOrd="3" destOrd="0" presId="urn:microsoft.com/office/officeart/2016/7/layout/RepeatingBendingProcessNew"/>
    <dgm:cxn modelId="{8BE2A8CE-4865-4CE2-AE56-0E0C02320C23}" type="presParOf" srcId="{CF34BEB8-409E-4953-9B2D-6DC6058C84F2}" destId="{0CC43B25-8CB8-48BB-BA47-7585E2110FD4}" srcOrd="0" destOrd="0" presId="urn:microsoft.com/office/officeart/2016/7/layout/RepeatingBendingProcessNew"/>
    <dgm:cxn modelId="{9EC27065-DBDA-4BC4-8FD3-AA383AA71BF0}" type="presParOf" srcId="{D828DC90-2691-43F0-B897-8D91F67C8372}" destId="{F0C06246-D939-4B9B-A683-BC15B6DBDB12}" srcOrd="4" destOrd="0" presId="urn:microsoft.com/office/officeart/2016/7/layout/RepeatingBendingProcessNew"/>
    <dgm:cxn modelId="{132F773C-94D7-450C-82CB-A760F801339F}" type="presParOf" srcId="{D828DC90-2691-43F0-B897-8D91F67C8372}" destId="{F2A3EEC6-973C-4E62-9152-A23AAC2C5DF5}" srcOrd="5" destOrd="0" presId="urn:microsoft.com/office/officeart/2016/7/layout/RepeatingBendingProcessNew"/>
    <dgm:cxn modelId="{C78332B7-7BFC-4751-BD62-DB02C1E011C0}" type="presParOf" srcId="{F2A3EEC6-973C-4E62-9152-A23AAC2C5DF5}" destId="{29124676-8FAF-489D-9CAB-D779E434334B}" srcOrd="0" destOrd="0" presId="urn:microsoft.com/office/officeart/2016/7/layout/RepeatingBendingProcessNew"/>
    <dgm:cxn modelId="{10784332-B593-4C2B-ADCA-CF1E48D2318F}" type="presParOf" srcId="{D828DC90-2691-43F0-B897-8D91F67C8372}" destId="{621A58B3-DD04-4736-AFFC-7602EC6F979E}" srcOrd="6" destOrd="0" presId="urn:microsoft.com/office/officeart/2016/7/layout/RepeatingBendingProcessNew"/>
    <dgm:cxn modelId="{0A536601-5909-43A6-BA26-4360A72E246B}" type="presParOf" srcId="{D828DC90-2691-43F0-B897-8D91F67C8372}" destId="{71374837-2221-4121-B2FD-B93247AEDDDF}" srcOrd="7" destOrd="0" presId="urn:microsoft.com/office/officeart/2016/7/layout/RepeatingBendingProcessNew"/>
    <dgm:cxn modelId="{DB98CF40-F272-42D0-A378-0EF9BDB6A91F}" type="presParOf" srcId="{71374837-2221-4121-B2FD-B93247AEDDDF}" destId="{EBF03F93-EB9B-4FA7-A580-39204ADFFF3D}" srcOrd="0" destOrd="0" presId="urn:microsoft.com/office/officeart/2016/7/layout/RepeatingBendingProcessNew"/>
    <dgm:cxn modelId="{8CAD439B-BC66-4F25-8E23-9A53AA5916C3}" type="presParOf" srcId="{D828DC90-2691-43F0-B897-8D91F67C8372}" destId="{D7B36B2A-2112-43C5-991B-A36F3B251B6F}" srcOrd="8" destOrd="0" presId="urn:microsoft.com/office/officeart/2016/7/layout/RepeatingBendingProcessNew"/>
    <dgm:cxn modelId="{8B29ABAF-421A-4CF4-A4FB-FBE622C3A632}" type="presParOf" srcId="{D828DC90-2691-43F0-B897-8D91F67C8372}" destId="{E88D80D8-AF0F-4C5B-853F-DA3A1ABEA591}" srcOrd="9" destOrd="0" presId="urn:microsoft.com/office/officeart/2016/7/layout/RepeatingBendingProcessNew"/>
    <dgm:cxn modelId="{7A6A9518-CAE2-4BD6-8436-963057657A85}" type="presParOf" srcId="{E88D80D8-AF0F-4C5B-853F-DA3A1ABEA591}" destId="{96EA6329-3E8D-4B0E-B25C-AD2A1A1927DE}" srcOrd="0" destOrd="0" presId="urn:microsoft.com/office/officeart/2016/7/layout/RepeatingBendingProcessNew"/>
    <dgm:cxn modelId="{2B16AC57-F9FE-4F1A-B623-EC45D7DA6D02}" type="presParOf" srcId="{D828DC90-2691-43F0-B897-8D91F67C8372}" destId="{8E7AE5D5-2AF9-4B93-B178-271B01698EC3}" srcOrd="10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3192B1-CEF9-4530-9223-4D888D5B267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F848E23E-894E-4A29-B7B5-10463A07E947}">
      <dgm:prSet/>
      <dgm:spPr/>
      <dgm:t>
        <a:bodyPr/>
        <a:lstStyle/>
        <a:p>
          <a:r>
            <a:rPr lang="en-US"/>
            <a:t>• Keep diagrams clear and simple</a:t>
          </a:r>
        </a:p>
      </dgm:t>
    </dgm:pt>
    <dgm:pt modelId="{3F9EF65B-455D-4BBF-8AB6-CD02EF486681}" type="parTrans" cxnId="{9F7538FD-18F0-4AB5-8817-C8CADFA909C1}">
      <dgm:prSet/>
      <dgm:spPr/>
      <dgm:t>
        <a:bodyPr/>
        <a:lstStyle/>
        <a:p>
          <a:endParaRPr lang="en-US"/>
        </a:p>
      </dgm:t>
    </dgm:pt>
    <dgm:pt modelId="{289AB388-5069-4059-9FBB-69F99F0E12C2}" type="sibTrans" cxnId="{9F7538FD-18F0-4AB5-8817-C8CADFA909C1}">
      <dgm:prSet/>
      <dgm:spPr/>
      <dgm:t>
        <a:bodyPr/>
        <a:lstStyle/>
        <a:p>
          <a:endParaRPr lang="en-US"/>
        </a:p>
      </dgm:t>
    </dgm:pt>
    <dgm:pt modelId="{259B8BC7-C654-4815-B5C4-535B345FFE2E}">
      <dgm:prSet/>
      <dgm:spPr/>
      <dgm:t>
        <a:bodyPr/>
        <a:lstStyle/>
        <a:p>
          <a:r>
            <a:rPr lang="en-US"/>
            <a:t>• Focus on key interactions only</a:t>
          </a:r>
        </a:p>
      </dgm:t>
    </dgm:pt>
    <dgm:pt modelId="{555E4C75-1D81-4B94-AED8-94B6A8325673}" type="parTrans" cxnId="{21080D50-A614-44DA-A746-F1B1C28E7E37}">
      <dgm:prSet/>
      <dgm:spPr/>
      <dgm:t>
        <a:bodyPr/>
        <a:lstStyle/>
        <a:p>
          <a:endParaRPr lang="en-US"/>
        </a:p>
      </dgm:t>
    </dgm:pt>
    <dgm:pt modelId="{7C1E49D8-3926-49AC-B089-65FA4EEA5888}" type="sibTrans" cxnId="{21080D50-A614-44DA-A746-F1B1C28E7E37}">
      <dgm:prSet/>
      <dgm:spPr/>
      <dgm:t>
        <a:bodyPr/>
        <a:lstStyle/>
        <a:p>
          <a:endParaRPr lang="en-US"/>
        </a:p>
      </dgm:t>
    </dgm:pt>
    <dgm:pt modelId="{3079FBE6-FB70-437A-BB64-2314E1FF0AF4}">
      <dgm:prSet/>
      <dgm:spPr/>
      <dgm:t>
        <a:bodyPr/>
        <a:lstStyle/>
        <a:p>
          <a:r>
            <a:rPr lang="en-US"/>
            <a:t>• Use consistent and meaningful names</a:t>
          </a:r>
        </a:p>
      </dgm:t>
    </dgm:pt>
    <dgm:pt modelId="{516140AB-14E7-4C1A-BEDD-946BF2D93922}" type="parTrans" cxnId="{39F2CE5B-CA3D-4B6D-B4D5-7A7382AA4185}">
      <dgm:prSet/>
      <dgm:spPr/>
      <dgm:t>
        <a:bodyPr/>
        <a:lstStyle/>
        <a:p>
          <a:endParaRPr lang="en-US"/>
        </a:p>
      </dgm:t>
    </dgm:pt>
    <dgm:pt modelId="{C1A8874F-593D-448F-808A-8E98E9945EF0}" type="sibTrans" cxnId="{39F2CE5B-CA3D-4B6D-B4D5-7A7382AA4185}">
      <dgm:prSet/>
      <dgm:spPr/>
      <dgm:t>
        <a:bodyPr/>
        <a:lstStyle/>
        <a:p>
          <a:endParaRPr lang="en-US"/>
        </a:p>
      </dgm:t>
    </dgm:pt>
    <dgm:pt modelId="{6D7959B2-F193-4959-9C74-A778BA00EEE7}">
      <dgm:prSet/>
      <dgm:spPr/>
      <dgm:t>
        <a:bodyPr/>
        <a:lstStyle/>
        <a:p>
          <a:r>
            <a:rPr lang="en-US"/>
            <a:t>• Align lifelines and messages neatly</a:t>
          </a:r>
        </a:p>
      </dgm:t>
    </dgm:pt>
    <dgm:pt modelId="{42DF4F9D-A767-487C-A563-480C7C4179E6}" type="parTrans" cxnId="{39D9F7F6-95F8-4471-B96F-1F7F597E9B82}">
      <dgm:prSet/>
      <dgm:spPr/>
      <dgm:t>
        <a:bodyPr/>
        <a:lstStyle/>
        <a:p>
          <a:endParaRPr lang="en-US"/>
        </a:p>
      </dgm:t>
    </dgm:pt>
    <dgm:pt modelId="{0EEFA889-D395-4C8F-96C5-A3168C17C871}" type="sibTrans" cxnId="{39D9F7F6-95F8-4471-B96F-1F7F597E9B82}">
      <dgm:prSet/>
      <dgm:spPr/>
      <dgm:t>
        <a:bodyPr/>
        <a:lstStyle/>
        <a:p>
          <a:endParaRPr lang="en-US"/>
        </a:p>
      </dgm:t>
    </dgm:pt>
    <dgm:pt modelId="{6B41CBA8-2DF0-46C2-8FA5-F1F76C9D7673}">
      <dgm:prSet/>
      <dgm:spPr/>
      <dgm:t>
        <a:bodyPr/>
        <a:lstStyle/>
        <a:p>
          <a:r>
            <a:rPr lang="en-US"/>
            <a:t>• Review and update diagrams regularly</a:t>
          </a:r>
        </a:p>
      </dgm:t>
    </dgm:pt>
    <dgm:pt modelId="{ABBCA77F-20FA-4B16-ADE7-E486AE3C7BFE}" type="parTrans" cxnId="{A11A826A-B45C-4B11-821E-54552DC43747}">
      <dgm:prSet/>
      <dgm:spPr/>
      <dgm:t>
        <a:bodyPr/>
        <a:lstStyle/>
        <a:p>
          <a:endParaRPr lang="en-US"/>
        </a:p>
      </dgm:t>
    </dgm:pt>
    <dgm:pt modelId="{C6864AB2-022E-4AF9-9CDA-A78A2864A07C}" type="sibTrans" cxnId="{A11A826A-B45C-4B11-821E-54552DC43747}">
      <dgm:prSet/>
      <dgm:spPr/>
      <dgm:t>
        <a:bodyPr/>
        <a:lstStyle/>
        <a:p>
          <a:endParaRPr lang="en-US"/>
        </a:p>
      </dgm:t>
    </dgm:pt>
    <dgm:pt modelId="{5F25B103-9108-4224-8B25-7FF6D567D01C}" type="pres">
      <dgm:prSet presAssocID="{F13192B1-CEF9-4530-9223-4D888D5B267C}" presName="root" presStyleCnt="0">
        <dgm:presLayoutVars>
          <dgm:dir/>
          <dgm:resizeHandles val="exact"/>
        </dgm:presLayoutVars>
      </dgm:prSet>
      <dgm:spPr/>
    </dgm:pt>
    <dgm:pt modelId="{7800258C-F8B4-4F99-9D5A-AFBC4F918F3C}" type="pres">
      <dgm:prSet presAssocID="{F848E23E-894E-4A29-B7B5-10463A07E947}" presName="compNode" presStyleCnt="0"/>
      <dgm:spPr/>
    </dgm:pt>
    <dgm:pt modelId="{D0903D6E-7435-4F46-8B1E-6CFF0CEC6E66}" type="pres">
      <dgm:prSet presAssocID="{F848E23E-894E-4A29-B7B5-10463A07E947}" presName="bgRect" presStyleLbl="bgShp" presStyleIdx="0" presStyleCnt="5"/>
      <dgm:spPr/>
    </dgm:pt>
    <dgm:pt modelId="{71FC2C18-A8E9-42F8-B680-0EEA3E9FCDE3}" type="pres">
      <dgm:prSet presAssocID="{F848E23E-894E-4A29-B7B5-10463A07E94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17C45DA8-52E9-42E6-9649-8EFF93B27338}" type="pres">
      <dgm:prSet presAssocID="{F848E23E-894E-4A29-B7B5-10463A07E947}" presName="spaceRect" presStyleCnt="0"/>
      <dgm:spPr/>
    </dgm:pt>
    <dgm:pt modelId="{BEEE4AFC-55F2-43C7-84B5-C8F2BEEA3390}" type="pres">
      <dgm:prSet presAssocID="{F848E23E-894E-4A29-B7B5-10463A07E947}" presName="parTx" presStyleLbl="revTx" presStyleIdx="0" presStyleCnt="5">
        <dgm:presLayoutVars>
          <dgm:chMax val="0"/>
          <dgm:chPref val="0"/>
        </dgm:presLayoutVars>
      </dgm:prSet>
      <dgm:spPr/>
    </dgm:pt>
    <dgm:pt modelId="{BEABB3F8-144C-4684-B90A-CCFC85071732}" type="pres">
      <dgm:prSet presAssocID="{289AB388-5069-4059-9FBB-69F99F0E12C2}" presName="sibTrans" presStyleCnt="0"/>
      <dgm:spPr/>
    </dgm:pt>
    <dgm:pt modelId="{A66C3E65-4C16-4090-85FB-454D6188E863}" type="pres">
      <dgm:prSet presAssocID="{259B8BC7-C654-4815-B5C4-535B345FFE2E}" presName="compNode" presStyleCnt="0"/>
      <dgm:spPr/>
    </dgm:pt>
    <dgm:pt modelId="{BF19841E-8FD8-4622-ACA3-800181AFB263}" type="pres">
      <dgm:prSet presAssocID="{259B8BC7-C654-4815-B5C4-535B345FFE2E}" presName="bgRect" presStyleLbl="bgShp" presStyleIdx="1" presStyleCnt="5"/>
      <dgm:spPr/>
    </dgm:pt>
    <dgm:pt modelId="{CA663292-D46F-4490-A479-F32EF1AFBF3A}" type="pres">
      <dgm:prSet presAssocID="{259B8BC7-C654-4815-B5C4-535B345FFE2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C934339-E965-4B82-A56E-96A62099BDB6}" type="pres">
      <dgm:prSet presAssocID="{259B8BC7-C654-4815-B5C4-535B345FFE2E}" presName="spaceRect" presStyleCnt="0"/>
      <dgm:spPr/>
    </dgm:pt>
    <dgm:pt modelId="{C18688C3-1FE1-4510-B5D1-C6826DB0712D}" type="pres">
      <dgm:prSet presAssocID="{259B8BC7-C654-4815-B5C4-535B345FFE2E}" presName="parTx" presStyleLbl="revTx" presStyleIdx="1" presStyleCnt="5">
        <dgm:presLayoutVars>
          <dgm:chMax val="0"/>
          <dgm:chPref val="0"/>
        </dgm:presLayoutVars>
      </dgm:prSet>
      <dgm:spPr/>
    </dgm:pt>
    <dgm:pt modelId="{4D5530E1-308C-4F23-91F8-754BB029DFDD}" type="pres">
      <dgm:prSet presAssocID="{7C1E49D8-3926-49AC-B089-65FA4EEA5888}" presName="sibTrans" presStyleCnt="0"/>
      <dgm:spPr/>
    </dgm:pt>
    <dgm:pt modelId="{F784007B-C398-4DE7-8049-AF5E15AAE7D2}" type="pres">
      <dgm:prSet presAssocID="{3079FBE6-FB70-437A-BB64-2314E1FF0AF4}" presName="compNode" presStyleCnt="0"/>
      <dgm:spPr/>
    </dgm:pt>
    <dgm:pt modelId="{920D4C4A-7966-4ACF-B434-722050BF6D20}" type="pres">
      <dgm:prSet presAssocID="{3079FBE6-FB70-437A-BB64-2314E1FF0AF4}" presName="bgRect" presStyleLbl="bgShp" presStyleIdx="2" presStyleCnt="5"/>
      <dgm:spPr/>
    </dgm:pt>
    <dgm:pt modelId="{10A10BE3-3952-4856-B648-B17585BCD977}" type="pres">
      <dgm:prSet presAssocID="{3079FBE6-FB70-437A-BB64-2314E1FF0AF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F07A901-9D7B-4B47-BE00-AF438FF482A5}" type="pres">
      <dgm:prSet presAssocID="{3079FBE6-FB70-437A-BB64-2314E1FF0AF4}" presName="spaceRect" presStyleCnt="0"/>
      <dgm:spPr/>
    </dgm:pt>
    <dgm:pt modelId="{87C791B1-66B4-4A72-BFEC-35C04AC14641}" type="pres">
      <dgm:prSet presAssocID="{3079FBE6-FB70-437A-BB64-2314E1FF0AF4}" presName="parTx" presStyleLbl="revTx" presStyleIdx="2" presStyleCnt="5">
        <dgm:presLayoutVars>
          <dgm:chMax val="0"/>
          <dgm:chPref val="0"/>
        </dgm:presLayoutVars>
      </dgm:prSet>
      <dgm:spPr/>
    </dgm:pt>
    <dgm:pt modelId="{2FEC06A9-1089-483D-AEA8-CC9B28B2D81F}" type="pres">
      <dgm:prSet presAssocID="{C1A8874F-593D-448F-808A-8E98E9945EF0}" presName="sibTrans" presStyleCnt="0"/>
      <dgm:spPr/>
    </dgm:pt>
    <dgm:pt modelId="{F00E71E0-C139-4830-9A55-E6A02F81AA14}" type="pres">
      <dgm:prSet presAssocID="{6D7959B2-F193-4959-9C74-A778BA00EEE7}" presName="compNode" presStyleCnt="0"/>
      <dgm:spPr/>
    </dgm:pt>
    <dgm:pt modelId="{64237395-F3BA-4164-A36C-CA38483C7A35}" type="pres">
      <dgm:prSet presAssocID="{6D7959B2-F193-4959-9C74-A778BA00EEE7}" presName="bgRect" presStyleLbl="bgShp" presStyleIdx="3" presStyleCnt="5"/>
      <dgm:spPr/>
    </dgm:pt>
    <dgm:pt modelId="{2667DE44-8916-415F-A3C5-734F45BCCC58}" type="pres">
      <dgm:prSet presAssocID="{6D7959B2-F193-4959-9C74-A778BA00EEE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C82E9526-D822-4972-867F-2790F85E7B70}" type="pres">
      <dgm:prSet presAssocID="{6D7959B2-F193-4959-9C74-A778BA00EEE7}" presName="spaceRect" presStyleCnt="0"/>
      <dgm:spPr/>
    </dgm:pt>
    <dgm:pt modelId="{E7DA2046-88B7-4259-BBD5-512C3BEC2B0C}" type="pres">
      <dgm:prSet presAssocID="{6D7959B2-F193-4959-9C74-A778BA00EEE7}" presName="parTx" presStyleLbl="revTx" presStyleIdx="3" presStyleCnt="5">
        <dgm:presLayoutVars>
          <dgm:chMax val="0"/>
          <dgm:chPref val="0"/>
        </dgm:presLayoutVars>
      </dgm:prSet>
      <dgm:spPr/>
    </dgm:pt>
    <dgm:pt modelId="{A702953C-ECE8-4144-A206-02A0F5CD8C44}" type="pres">
      <dgm:prSet presAssocID="{0EEFA889-D395-4C8F-96C5-A3168C17C871}" presName="sibTrans" presStyleCnt="0"/>
      <dgm:spPr/>
    </dgm:pt>
    <dgm:pt modelId="{4DFC58B8-F2E3-4C73-90D8-7248D25DA3CD}" type="pres">
      <dgm:prSet presAssocID="{6B41CBA8-2DF0-46C2-8FA5-F1F76C9D7673}" presName="compNode" presStyleCnt="0"/>
      <dgm:spPr/>
    </dgm:pt>
    <dgm:pt modelId="{191BCACD-5F66-4F2E-BEA5-5D17A518AB4F}" type="pres">
      <dgm:prSet presAssocID="{6B41CBA8-2DF0-46C2-8FA5-F1F76C9D7673}" presName="bgRect" presStyleLbl="bgShp" presStyleIdx="4" presStyleCnt="5"/>
      <dgm:spPr/>
    </dgm:pt>
    <dgm:pt modelId="{1F8C6430-9046-49CC-8055-F46D70354F17}" type="pres">
      <dgm:prSet presAssocID="{6B41CBA8-2DF0-46C2-8FA5-F1F76C9D7673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15070C07-04F4-48B6-A4EF-2028C49FB2C3}" type="pres">
      <dgm:prSet presAssocID="{6B41CBA8-2DF0-46C2-8FA5-F1F76C9D7673}" presName="spaceRect" presStyleCnt="0"/>
      <dgm:spPr/>
    </dgm:pt>
    <dgm:pt modelId="{4F11B389-4797-46A2-A0D9-1AD441A12431}" type="pres">
      <dgm:prSet presAssocID="{6B41CBA8-2DF0-46C2-8FA5-F1F76C9D7673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9F2CE5B-CA3D-4B6D-B4D5-7A7382AA4185}" srcId="{F13192B1-CEF9-4530-9223-4D888D5B267C}" destId="{3079FBE6-FB70-437A-BB64-2314E1FF0AF4}" srcOrd="2" destOrd="0" parTransId="{516140AB-14E7-4C1A-BEDD-946BF2D93922}" sibTransId="{C1A8874F-593D-448F-808A-8E98E9945EF0}"/>
    <dgm:cxn modelId="{ECCE5344-048F-4DC4-9EF8-CBBFB1364FAE}" type="presOf" srcId="{F848E23E-894E-4A29-B7B5-10463A07E947}" destId="{BEEE4AFC-55F2-43C7-84B5-C8F2BEEA3390}" srcOrd="0" destOrd="0" presId="urn:microsoft.com/office/officeart/2018/2/layout/IconVerticalSolidList"/>
    <dgm:cxn modelId="{A11A826A-B45C-4B11-821E-54552DC43747}" srcId="{F13192B1-CEF9-4530-9223-4D888D5B267C}" destId="{6B41CBA8-2DF0-46C2-8FA5-F1F76C9D7673}" srcOrd="4" destOrd="0" parTransId="{ABBCA77F-20FA-4B16-ADE7-E486AE3C7BFE}" sibTransId="{C6864AB2-022E-4AF9-9CDA-A78A2864A07C}"/>
    <dgm:cxn modelId="{21080D50-A614-44DA-A746-F1B1C28E7E37}" srcId="{F13192B1-CEF9-4530-9223-4D888D5B267C}" destId="{259B8BC7-C654-4815-B5C4-535B345FFE2E}" srcOrd="1" destOrd="0" parTransId="{555E4C75-1D81-4B94-AED8-94B6A8325673}" sibTransId="{7C1E49D8-3926-49AC-B089-65FA4EEA5888}"/>
    <dgm:cxn modelId="{F8BC1F88-53AF-4B9E-8A45-7F57F77E87AE}" type="presOf" srcId="{6B41CBA8-2DF0-46C2-8FA5-F1F76C9D7673}" destId="{4F11B389-4797-46A2-A0D9-1AD441A12431}" srcOrd="0" destOrd="0" presId="urn:microsoft.com/office/officeart/2018/2/layout/IconVerticalSolidList"/>
    <dgm:cxn modelId="{95D5718C-3D88-42ED-BDE2-D1E971EF86B9}" type="presOf" srcId="{F13192B1-CEF9-4530-9223-4D888D5B267C}" destId="{5F25B103-9108-4224-8B25-7FF6D567D01C}" srcOrd="0" destOrd="0" presId="urn:microsoft.com/office/officeart/2018/2/layout/IconVerticalSolidList"/>
    <dgm:cxn modelId="{6E76EA92-A64D-4955-A812-65297BF34C1E}" type="presOf" srcId="{6D7959B2-F193-4959-9C74-A778BA00EEE7}" destId="{E7DA2046-88B7-4259-BBD5-512C3BEC2B0C}" srcOrd="0" destOrd="0" presId="urn:microsoft.com/office/officeart/2018/2/layout/IconVerticalSolidList"/>
    <dgm:cxn modelId="{F1B44CA2-65AF-49AD-980C-E3C017CD16DF}" type="presOf" srcId="{259B8BC7-C654-4815-B5C4-535B345FFE2E}" destId="{C18688C3-1FE1-4510-B5D1-C6826DB0712D}" srcOrd="0" destOrd="0" presId="urn:microsoft.com/office/officeart/2018/2/layout/IconVerticalSolidList"/>
    <dgm:cxn modelId="{39D9F7F6-95F8-4471-B96F-1F7F597E9B82}" srcId="{F13192B1-CEF9-4530-9223-4D888D5B267C}" destId="{6D7959B2-F193-4959-9C74-A778BA00EEE7}" srcOrd="3" destOrd="0" parTransId="{42DF4F9D-A767-487C-A563-480C7C4179E6}" sibTransId="{0EEFA889-D395-4C8F-96C5-A3168C17C871}"/>
    <dgm:cxn modelId="{5600DBF9-D5BE-45FF-97AA-AA41D3894D48}" type="presOf" srcId="{3079FBE6-FB70-437A-BB64-2314E1FF0AF4}" destId="{87C791B1-66B4-4A72-BFEC-35C04AC14641}" srcOrd="0" destOrd="0" presId="urn:microsoft.com/office/officeart/2018/2/layout/IconVerticalSolidList"/>
    <dgm:cxn modelId="{9F7538FD-18F0-4AB5-8817-C8CADFA909C1}" srcId="{F13192B1-CEF9-4530-9223-4D888D5B267C}" destId="{F848E23E-894E-4A29-B7B5-10463A07E947}" srcOrd="0" destOrd="0" parTransId="{3F9EF65B-455D-4BBF-8AB6-CD02EF486681}" sibTransId="{289AB388-5069-4059-9FBB-69F99F0E12C2}"/>
    <dgm:cxn modelId="{41556854-3B26-4EB6-847E-8F397AAFD1DD}" type="presParOf" srcId="{5F25B103-9108-4224-8B25-7FF6D567D01C}" destId="{7800258C-F8B4-4F99-9D5A-AFBC4F918F3C}" srcOrd="0" destOrd="0" presId="urn:microsoft.com/office/officeart/2018/2/layout/IconVerticalSolidList"/>
    <dgm:cxn modelId="{16A014D0-C081-4562-923A-3D4E6E9AEEB3}" type="presParOf" srcId="{7800258C-F8B4-4F99-9D5A-AFBC4F918F3C}" destId="{D0903D6E-7435-4F46-8B1E-6CFF0CEC6E66}" srcOrd="0" destOrd="0" presId="urn:microsoft.com/office/officeart/2018/2/layout/IconVerticalSolidList"/>
    <dgm:cxn modelId="{08C06578-4FC4-43E2-87DF-2AA33909469B}" type="presParOf" srcId="{7800258C-F8B4-4F99-9D5A-AFBC4F918F3C}" destId="{71FC2C18-A8E9-42F8-B680-0EEA3E9FCDE3}" srcOrd="1" destOrd="0" presId="urn:microsoft.com/office/officeart/2018/2/layout/IconVerticalSolidList"/>
    <dgm:cxn modelId="{ED546661-359F-486D-B1B1-EE77C631DFB8}" type="presParOf" srcId="{7800258C-F8B4-4F99-9D5A-AFBC4F918F3C}" destId="{17C45DA8-52E9-42E6-9649-8EFF93B27338}" srcOrd="2" destOrd="0" presId="urn:microsoft.com/office/officeart/2018/2/layout/IconVerticalSolidList"/>
    <dgm:cxn modelId="{2849077D-50CB-4461-B696-23A95AC2028F}" type="presParOf" srcId="{7800258C-F8B4-4F99-9D5A-AFBC4F918F3C}" destId="{BEEE4AFC-55F2-43C7-84B5-C8F2BEEA3390}" srcOrd="3" destOrd="0" presId="urn:microsoft.com/office/officeart/2018/2/layout/IconVerticalSolidList"/>
    <dgm:cxn modelId="{7F85756F-6A01-4613-AB38-77156625580C}" type="presParOf" srcId="{5F25B103-9108-4224-8B25-7FF6D567D01C}" destId="{BEABB3F8-144C-4684-B90A-CCFC85071732}" srcOrd="1" destOrd="0" presId="urn:microsoft.com/office/officeart/2018/2/layout/IconVerticalSolidList"/>
    <dgm:cxn modelId="{8C6121AB-A282-4447-9282-CB3A492D4B05}" type="presParOf" srcId="{5F25B103-9108-4224-8B25-7FF6D567D01C}" destId="{A66C3E65-4C16-4090-85FB-454D6188E863}" srcOrd="2" destOrd="0" presId="urn:microsoft.com/office/officeart/2018/2/layout/IconVerticalSolidList"/>
    <dgm:cxn modelId="{46B5D403-5FB0-4139-9C9D-3DBAE72AD511}" type="presParOf" srcId="{A66C3E65-4C16-4090-85FB-454D6188E863}" destId="{BF19841E-8FD8-4622-ACA3-800181AFB263}" srcOrd="0" destOrd="0" presId="urn:microsoft.com/office/officeart/2018/2/layout/IconVerticalSolidList"/>
    <dgm:cxn modelId="{0E19F293-EF9E-448C-9C2F-26B5EC8AC1D0}" type="presParOf" srcId="{A66C3E65-4C16-4090-85FB-454D6188E863}" destId="{CA663292-D46F-4490-A479-F32EF1AFBF3A}" srcOrd="1" destOrd="0" presId="urn:microsoft.com/office/officeart/2018/2/layout/IconVerticalSolidList"/>
    <dgm:cxn modelId="{4D01903C-696C-4CEC-9F65-4C8CD0E620BB}" type="presParOf" srcId="{A66C3E65-4C16-4090-85FB-454D6188E863}" destId="{EC934339-E965-4B82-A56E-96A62099BDB6}" srcOrd="2" destOrd="0" presId="urn:microsoft.com/office/officeart/2018/2/layout/IconVerticalSolidList"/>
    <dgm:cxn modelId="{5980D5BB-05E5-4145-93A6-1619AC29FE2C}" type="presParOf" srcId="{A66C3E65-4C16-4090-85FB-454D6188E863}" destId="{C18688C3-1FE1-4510-B5D1-C6826DB0712D}" srcOrd="3" destOrd="0" presId="urn:microsoft.com/office/officeart/2018/2/layout/IconVerticalSolidList"/>
    <dgm:cxn modelId="{BE3355E9-9243-4B9F-B523-40CC46FA657A}" type="presParOf" srcId="{5F25B103-9108-4224-8B25-7FF6D567D01C}" destId="{4D5530E1-308C-4F23-91F8-754BB029DFDD}" srcOrd="3" destOrd="0" presId="urn:microsoft.com/office/officeart/2018/2/layout/IconVerticalSolidList"/>
    <dgm:cxn modelId="{E3DF3C2F-C97E-4D4B-8059-758B140809BE}" type="presParOf" srcId="{5F25B103-9108-4224-8B25-7FF6D567D01C}" destId="{F784007B-C398-4DE7-8049-AF5E15AAE7D2}" srcOrd="4" destOrd="0" presId="urn:microsoft.com/office/officeart/2018/2/layout/IconVerticalSolidList"/>
    <dgm:cxn modelId="{EA392CB0-7789-4843-AB25-80C1F077872E}" type="presParOf" srcId="{F784007B-C398-4DE7-8049-AF5E15AAE7D2}" destId="{920D4C4A-7966-4ACF-B434-722050BF6D20}" srcOrd="0" destOrd="0" presId="urn:microsoft.com/office/officeart/2018/2/layout/IconVerticalSolidList"/>
    <dgm:cxn modelId="{1B37BFEA-0D07-49D4-8012-39DAB68389D3}" type="presParOf" srcId="{F784007B-C398-4DE7-8049-AF5E15AAE7D2}" destId="{10A10BE3-3952-4856-B648-B17585BCD977}" srcOrd="1" destOrd="0" presId="urn:microsoft.com/office/officeart/2018/2/layout/IconVerticalSolidList"/>
    <dgm:cxn modelId="{E3D82D0B-CB07-417B-B9CC-903E3E4D9803}" type="presParOf" srcId="{F784007B-C398-4DE7-8049-AF5E15AAE7D2}" destId="{FF07A901-9D7B-4B47-BE00-AF438FF482A5}" srcOrd="2" destOrd="0" presId="urn:microsoft.com/office/officeart/2018/2/layout/IconVerticalSolidList"/>
    <dgm:cxn modelId="{1A43494C-B622-4E5D-975A-EC1551CB2EEA}" type="presParOf" srcId="{F784007B-C398-4DE7-8049-AF5E15AAE7D2}" destId="{87C791B1-66B4-4A72-BFEC-35C04AC14641}" srcOrd="3" destOrd="0" presId="urn:microsoft.com/office/officeart/2018/2/layout/IconVerticalSolidList"/>
    <dgm:cxn modelId="{584EC1D9-FB5E-4BB8-832A-AA281B64687C}" type="presParOf" srcId="{5F25B103-9108-4224-8B25-7FF6D567D01C}" destId="{2FEC06A9-1089-483D-AEA8-CC9B28B2D81F}" srcOrd="5" destOrd="0" presId="urn:microsoft.com/office/officeart/2018/2/layout/IconVerticalSolidList"/>
    <dgm:cxn modelId="{C6AAB1FE-E12A-4AD0-AFC5-8BE90A73FCE4}" type="presParOf" srcId="{5F25B103-9108-4224-8B25-7FF6D567D01C}" destId="{F00E71E0-C139-4830-9A55-E6A02F81AA14}" srcOrd="6" destOrd="0" presId="urn:microsoft.com/office/officeart/2018/2/layout/IconVerticalSolidList"/>
    <dgm:cxn modelId="{9AF824CE-440C-40CB-8EDC-4A90E60A4D9D}" type="presParOf" srcId="{F00E71E0-C139-4830-9A55-E6A02F81AA14}" destId="{64237395-F3BA-4164-A36C-CA38483C7A35}" srcOrd="0" destOrd="0" presId="urn:microsoft.com/office/officeart/2018/2/layout/IconVerticalSolidList"/>
    <dgm:cxn modelId="{E38D6244-5C1A-412E-90C4-5D7A3A5D83AB}" type="presParOf" srcId="{F00E71E0-C139-4830-9A55-E6A02F81AA14}" destId="{2667DE44-8916-415F-A3C5-734F45BCCC58}" srcOrd="1" destOrd="0" presId="urn:microsoft.com/office/officeart/2018/2/layout/IconVerticalSolidList"/>
    <dgm:cxn modelId="{4DF19B6F-1553-47CA-871E-7AD2884205BB}" type="presParOf" srcId="{F00E71E0-C139-4830-9A55-E6A02F81AA14}" destId="{C82E9526-D822-4972-867F-2790F85E7B70}" srcOrd="2" destOrd="0" presId="urn:microsoft.com/office/officeart/2018/2/layout/IconVerticalSolidList"/>
    <dgm:cxn modelId="{1598C115-1C43-4CCA-B4D4-8DDE8081A542}" type="presParOf" srcId="{F00E71E0-C139-4830-9A55-E6A02F81AA14}" destId="{E7DA2046-88B7-4259-BBD5-512C3BEC2B0C}" srcOrd="3" destOrd="0" presId="urn:microsoft.com/office/officeart/2018/2/layout/IconVerticalSolidList"/>
    <dgm:cxn modelId="{1C26D5BC-CAB2-4CD3-B1D2-81E617538F2B}" type="presParOf" srcId="{5F25B103-9108-4224-8B25-7FF6D567D01C}" destId="{A702953C-ECE8-4144-A206-02A0F5CD8C44}" srcOrd="7" destOrd="0" presId="urn:microsoft.com/office/officeart/2018/2/layout/IconVerticalSolidList"/>
    <dgm:cxn modelId="{2E4AEA23-E6DF-4950-BC96-823D0AED2196}" type="presParOf" srcId="{5F25B103-9108-4224-8B25-7FF6D567D01C}" destId="{4DFC58B8-F2E3-4C73-90D8-7248D25DA3CD}" srcOrd="8" destOrd="0" presId="urn:microsoft.com/office/officeart/2018/2/layout/IconVerticalSolidList"/>
    <dgm:cxn modelId="{18E8F8FC-CB8F-454B-BB0C-C8640A6AC487}" type="presParOf" srcId="{4DFC58B8-F2E3-4C73-90D8-7248D25DA3CD}" destId="{191BCACD-5F66-4F2E-BEA5-5D17A518AB4F}" srcOrd="0" destOrd="0" presId="urn:microsoft.com/office/officeart/2018/2/layout/IconVerticalSolidList"/>
    <dgm:cxn modelId="{1B88DB0F-D1A0-4015-B5A7-C076F41D1C17}" type="presParOf" srcId="{4DFC58B8-F2E3-4C73-90D8-7248D25DA3CD}" destId="{1F8C6430-9046-49CC-8055-F46D70354F17}" srcOrd="1" destOrd="0" presId="urn:microsoft.com/office/officeart/2018/2/layout/IconVerticalSolidList"/>
    <dgm:cxn modelId="{7234E1B1-3834-488B-8B0E-827EFE250485}" type="presParOf" srcId="{4DFC58B8-F2E3-4C73-90D8-7248D25DA3CD}" destId="{15070C07-04F4-48B6-A4EF-2028C49FB2C3}" srcOrd="2" destOrd="0" presId="urn:microsoft.com/office/officeart/2018/2/layout/IconVerticalSolidList"/>
    <dgm:cxn modelId="{AD59506A-1B66-43C3-BDAE-1D6DBFFE2FFC}" type="presParOf" srcId="{4DFC58B8-F2E3-4C73-90D8-7248D25DA3CD}" destId="{4F11B389-4797-46A2-A0D9-1AD441A124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8A82827-9F3B-4C95-9931-5B220058B93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2635550-50AA-42B5-8730-F90A3B469E45}">
      <dgm:prSet/>
      <dgm:spPr/>
      <dgm:t>
        <a:bodyPr/>
        <a:lstStyle/>
        <a:p>
          <a:r>
            <a:rPr lang="en-US"/>
            <a:t>• Lucidchart</a:t>
          </a:r>
        </a:p>
      </dgm:t>
    </dgm:pt>
    <dgm:pt modelId="{83CFA7AD-C7DD-4CFF-BEC1-0D1260A59A5D}" type="parTrans" cxnId="{2C557D16-703E-49AF-874D-D374B4E58C2D}">
      <dgm:prSet/>
      <dgm:spPr/>
      <dgm:t>
        <a:bodyPr/>
        <a:lstStyle/>
        <a:p>
          <a:endParaRPr lang="en-US"/>
        </a:p>
      </dgm:t>
    </dgm:pt>
    <dgm:pt modelId="{C45499FC-39A5-4995-8CF6-FBD1856FF3FD}" type="sibTrans" cxnId="{2C557D16-703E-49AF-874D-D374B4E58C2D}">
      <dgm:prSet/>
      <dgm:spPr/>
      <dgm:t>
        <a:bodyPr/>
        <a:lstStyle/>
        <a:p>
          <a:endParaRPr lang="en-US"/>
        </a:p>
      </dgm:t>
    </dgm:pt>
    <dgm:pt modelId="{615709B5-7DEF-4957-8424-4BD66DABB0AF}">
      <dgm:prSet/>
      <dgm:spPr/>
      <dgm:t>
        <a:bodyPr/>
        <a:lstStyle/>
        <a:p>
          <a:r>
            <a:rPr lang="en-US"/>
            <a:t>• Draw.io</a:t>
          </a:r>
        </a:p>
      </dgm:t>
    </dgm:pt>
    <dgm:pt modelId="{9E5361A5-619C-4274-8C2B-53576CBD9FCB}" type="parTrans" cxnId="{7ED00E94-6826-45E6-B345-268B0622E517}">
      <dgm:prSet/>
      <dgm:spPr/>
      <dgm:t>
        <a:bodyPr/>
        <a:lstStyle/>
        <a:p>
          <a:endParaRPr lang="en-US"/>
        </a:p>
      </dgm:t>
    </dgm:pt>
    <dgm:pt modelId="{967AB40F-A5A6-47CC-A199-B52C2EFC7BCB}" type="sibTrans" cxnId="{7ED00E94-6826-45E6-B345-268B0622E517}">
      <dgm:prSet/>
      <dgm:spPr/>
      <dgm:t>
        <a:bodyPr/>
        <a:lstStyle/>
        <a:p>
          <a:endParaRPr lang="en-US"/>
        </a:p>
      </dgm:t>
    </dgm:pt>
    <dgm:pt modelId="{C14D4E70-E558-45F9-819C-E3C8259682C8}">
      <dgm:prSet/>
      <dgm:spPr/>
      <dgm:t>
        <a:bodyPr/>
        <a:lstStyle/>
        <a:p>
          <a:r>
            <a:rPr lang="en-US"/>
            <a:t>• PlantUML</a:t>
          </a:r>
        </a:p>
      </dgm:t>
    </dgm:pt>
    <dgm:pt modelId="{07CE8BCA-22D4-483B-A083-34E43260AF42}" type="parTrans" cxnId="{1E94D07E-8696-4AAF-AD0D-6F8178D0FB11}">
      <dgm:prSet/>
      <dgm:spPr/>
      <dgm:t>
        <a:bodyPr/>
        <a:lstStyle/>
        <a:p>
          <a:endParaRPr lang="en-US"/>
        </a:p>
      </dgm:t>
    </dgm:pt>
    <dgm:pt modelId="{A57958C1-761E-4F6D-9A47-A8544490B216}" type="sibTrans" cxnId="{1E94D07E-8696-4AAF-AD0D-6F8178D0FB11}">
      <dgm:prSet/>
      <dgm:spPr/>
      <dgm:t>
        <a:bodyPr/>
        <a:lstStyle/>
        <a:p>
          <a:endParaRPr lang="en-US"/>
        </a:p>
      </dgm:t>
    </dgm:pt>
    <dgm:pt modelId="{DD6C2349-542E-4A9A-970A-CAA447F23E72}">
      <dgm:prSet/>
      <dgm:spPr/>
      <dgm:t>
        <a:bodyPr/>
        <a:lstStyle/>
        <a:p>
          <a:r>
            <a:rPr lang="en-US"/>
            <a:t>• StarUML</a:t>
          </a:r>
        </a:p>
      </dgm:t>
    </dgm:pt>
    <dgm:pt modelId="{0F7A9ACD-8E51-4327-AA6C-8CF83ABBB4C5}" type="parTrans" cxnId="{A9DF0AB6-4992-4A10-9165-DD4236932193}">
      <dgm:prSet/>
      <dgm:spPr/>
      <dgm:t>
        <a:bodyPr/>
        <a:lstStyle/>
        <a:p>
          <a:endParaRPr lang="en-US"/>
        </a:p>
      </dgm:t>
    </dgm:pt>
    <dgm:pt modelId="{8BC97CE0-3EE1-4B26-A889-9D9CB3FC3F06}" type="sibTrans" cxnId="{A9DF0AB6-4992-4A10-9165-DD4236932193}">
      <dgm:prSet/>
      <dgm:spPr/>
      <dgm:t>
        <a:bodyPr/>
        <a:lstStyle/>
        <a:p>
          <a:endParaRPr lang="en-US"/>
        </a:p>
      </dgm:t>
    </dgm:pt>
    <dgm:pt modelId="{A5222293-1670-4ED2-BE4D-BEA6D763FE12}">
      <dgm:prSet/>
      <dgm:spPr/>
      <dgm:t>
        <a:bodyPr/>
        <a:lstStyle/>
        <a:p>
          <a:r>
            <a:rPr lang="en-US"/>
            <a:t>• Visual Paradigm</a:t>
          </a:r>
        </a:p>
      </dgm:t>
    </dgm:pt>
    <dgm:pt modelId="{065391D9-11F5-4938-B592-528A43ADF88F}" type="parTrans" cxnId="{B16E9935-6776-4B28-9DCE-7D053DAFF4F0}">
      <dgm:prSet/>
      <dgm:spPr/>
      <dgm:t>
        <a:bodyPr/>
        <a:lstStyle/>
        <a:p>
          <a:endParaRPr lang="en-US"/>
        </a:p>
      </dgm:t>
    </dgm:pt>
    <dgm:pt modelId="{4E9DF541-0C38-4042-8F9A-186AE7BDF365}" type="sibTrans" cxnId="{B16E9935-6776-4B28-9DCE-7D053DAFF4F0}">
      <dgm:prSet/>
      <dgm:spPr/>
      <dgm:t>
        <a:bodyPr/>
        <a:lstStyle/>
        <a:p>
          <a:endParaRPr lang="en-US"/>
        </a:p>
      </dgm:t>
    </dgm:pt>
    <dgm:pt modelId="{7EB9DCE3-E76E-4103-BBF8-4B51153FB9A2}" type="pres">
      <dgm:prSet presAssocID="{D8A82827-9F3B-4C95-9931-5B220058B935}" presName="linear" presStyleCnt="0">
        <dgm:presLayoutVars>
          <dgm:animLvl val="lvl"/>
          <dgm:resizeHandles val="exact"/>
        </dgm:presLayoutVars>
      </dgm:prSet>
      <dgm:spPr/>
    </dgm:pt>
    <dgm:pt modelId="{832E64F9-C7F8-4529-A4E5-8EE6B333A813}" type="pres">
      <dgm:prSet presAssocID="{E2635550-50AA-42B5-8730-F90A3B469E45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DDBC3251-27E7-4157-9975-21B131CA732E}" type="pres">
      <dgm:prSet presAssocID="{C45499FC-39A5-4995-8CF6-FBD1856FF3FD}" presName="spacer" presStyleCnt="0"/>
      <dgm:spPr/>
    </dgm:pt>
    <dgm:pt modelId="{B0EFF81D-6844-4FC1-AE01-BB0D49A264FC}" type="pres">
      <dgm:prSet presAssocID="{615709B5-7DEF-4957-8424-4BD66DABB0AF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1F6EFAAE-8E87-490A-8673-6A77275A8036}" type="pres">
      <dgm:prSet presAssocID="{967AB40F-A5A6-47CC-A199-B52C2EFC7BCB}" presName="spacer" presStyleCnt="0"/>
      <dgm:spPr/>
    </dgm:pt>
    <dgm:pt modelId="{54E21F36-6D50-4735-A8D0-122E0BA2349D}" type="pres">
      <dgm:prSet presAssocID="{C14D4E70-E558-45F9-819C-E3C8259682C8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13D57C85-1CB8-4A68-A117-F105B67FF9CE}" type="pres">
      <dgm:prSet presAssocID="{A57958C1-761E-4F6D-9A47-A8544490B216}" presName="spacer" presStyleCnt="0"/>
      <dgm:spPr/>
    </dgm:pt>
    <dgm:pt modelId="{4F7C19F1-E51A-4BB9-B007-6C78C5E53AA6}" type="pres">
      <dgm:prSet presAssocID="{DD6C2349-542E-4A9A-970A-CAA447F23E72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41F67669-CE3F-4E4D-845E-8CB68EA1D8D2}" type="pres">
      <dgm:prSet presAssocID="{8BC97CE0-3EE1-4B26-A889-9D9CB3FC3F06}" presName="spacer" presStyleCnt="0"/>
      <dgm:spPr/>
    </dgm:pt>
    <dgm:pt modelId="{29D0E6EF-8D71-460B-AA50-C3640A04C35C}" type="pres">
      <dgm:prSet presAssocID="{A5222293-1670-4ED2-BE4D-BEA6D763FE12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2C557D16-703E-49AF-874D-D374B4E58C2D}" srcId="{D8A82827-9F3B-4C95-9931-5B220058B935}" destId="{E2635550-50AA-42B5-8730-F90A3B469E45}" srcOrd="0" destOrd="0" parTransId="{83CFA7AD-C7DD-4CFF-BEC1-0D1260A59A5D}" sibTransId="{C45499FC-39A5-4995-8CF6-FBD1856FF3FD}"/>
    <dgm:cxn modelId="{081DD62B-7267-4207-8447-2CC2885081FB}" type="presOf" srcId="{D8A82827-9F3B-4C95-9931-5B220058B935}" destId="{7EB9DCE3-E76E-4103-BBF8-4B51153FB9A2}" srcOrd="0" destOrd="0" presId="urn:microsoft.com/office/officeart/2005/8/layout/vList2"/>
    <dgm:cxn modelId="{B16E9935-6776-4B28-9DCE-7D053DAFF4F0}" srcId="{D8A82827-9F3B-4C95-9931-5B220058B935}" destId="{A5222293-1670-4ED2-BE4D-BEA6D763FE12}" srcOrd="4" destOrd="0" parTransId="{065391D9-11F5-4938-B592-528A43ADF88F}" sibTransId="{4E9DF541-0C38-4042-8F9A-186AE7BDF365}"/>
    <dgm:cxn modelId="{00042560-2531-409E-A994-AC7E23FFC646}" type="presOf" srcId="{C14D4E70-E558-45F9-819C-E3C8259682C8}" destId="{54E21F36-6D50-4735-A8D0-122E0BA2349D}" srcOrd="0" destOrd="0" presId="urn:microsoft.com/office/officeart/2005/8/layout/vList2"/>
    <dgm:cxn modelId="{16254D75-2747-4513-BC24-18889F2BCD98}" type="presOf" srcId="{A5222293-1670-4ED2-BE4D-BEA6D763FE12}" destId="{29D0E6EF-8D71-460B-AA50-C3640A04C35C}" srcOrd="0" destOrd="0" presId="urn:microsoft.com/office/officeart/2005/8/layout/vList2"/>
    <dgm:cxn modelId="{1E94D07E-8696-4AAF-AD0D-6F8178D0FB11}" srcId="{D8A82827-9F3B-4C95-9931-5B220058B935}" destId="{C14D4E70-E558-45F9-819C-E3C8259682C8}" srcOrd="2" destOrd="0" parTransId="{07CE8BCA-22D4-483B-A083-34E43260AF42}" sibTransId="{A57958C1-761E-4F6D-9A47-A8544490B216}"/>
    <dgm:cxn modelId="{28A13880-CC17-44D7-9541-F90AFADBD3DF}" type="presOf" srcId="{DD6C2349-542E-4A9A-970A-CAA447F23E72}" destId="{4F7C19F1-E51A-4BB9-B007-6C78C5E53AA6}" srcOrd="0" destOrd="0" presId="urn:microsoft.com/office/officeart/2005/8/layout/vList2"/>
    <dgm:cxn modelId="{7ED00E94-6826-45E6-B345-268B0622E517}" srcId="{D8A82827-9F3B-4C95-9931-5B220058B935}" destId="{615709B5-7DEF-4957-8424-4BD66DABB0AF}" srcOrd="1" destOrd="0" parTransId="{9E5361A5-619C-4274-8C2B-53576CBD9FCB}" sibTransId="{967AB40F-A5A6-47CC-A199-B52C2EFC7BCB}"/>
    <dgm:cxn modelId="{A9DF0AB6-4992-4A10-9165-DD4236932193}" srcId="{D8A82827-9F3B-4C95-9931-5B220058B935}" destId="{DD6C2349-542E-4A9A-970A-CAA447F23E72}" srcOrd="3" destOrd="0" parTransId="{0F7A9ACD-8E51-4327-AA6C-8CF83ABBB4C5}" sibTransId="{8BC97CE0-3EE1-4B26-A889-9D9CB3FC3F06}"/>
    <dgm:cxn modelId="{0BA0FAD5-1719-41D3-BB46-9AA39E961FDA}" type="presOf" srcId="{E2635550-50AA-42B5-8730-F90A3B469E45}" destId="{832E64F9-C7F8-4529-A4E5-8EE6B333A813}" srcOrd="0" destOrd="0" presId="urn:microsoft.com/office/officeart/2005/8/layout/vList2"/>
    <dgm:cxn modelId="{9F5D84E3-9AF5-4D31-BB70-C6E6DEEFF9A1}" type="presOf" srcId="{615709B5-7DEF-4957-8424-4BD66DABB0AF}" destId="{B0EFF81D-6844-4FC1-AE01-BB0D49A264FC}" srcOrd="0" destOrd="0" presId="urn:microsoft.com/office/officeart/2005/8/layout/vList2"/>
    <dgm:cxn modelId="{0EAAB838-2D89-4D65-82D7-629C83296A63}" type="presParOf" srcId="{7EB9DCE3-E76E-4103-BBF8-4B51153FB9A2}" destId="{832E64F9-C7F8-4529-A4E5-8EE6B333A813}" srcOrd="0" destOrd="0" presId="urn:microsoft.com/office/officeart/2005/8/layout/vList2"/>
    <dgm:cxn modelId="{6326419C-FD63-4AED-BBFD-FD0B517EFB63}" type="presParOf" srcId="{7EB9DCE3-E76E-4103-BBF8-4B51153FB9A2}" destId="{DDBC3251-27E7-4157-9975-21B131CA732E}" srcOrd="1" destOrd="0" presId="urn:microsoft.com/office/officeart/2005/8/layout/vList2"/>
    <dgm:cxn modelId="{952352F5-4B55-48CD-A562-A7D79EB19701}" type="presParOf" srcId="{7EB9DCE3-E76E-4103-BBF8-4B51153FB9A2}" destId="{B0EFF81D-6844-4FC1-AE01-BB0D49A264FC}" srcOrd="2" destOrd="0" presId="urn:microsoft.com/office/officeart/2005/8/layout/vList2"/>
    <dgm:cxn modelId="{CE508400-CF55-47BB-90B8-AC1F1E4F8772}" type="presParOf" srcId="{7EB9DCE3-E76E-4103-BBF8-4B51153FB9A2}" destId="{1F6EFAAE-8E87-490A-8673-6A77275A8036}" srcOrd="3" destOrd="0" presId="urn:microsoft.com/office/officeart/2005/8/layout/vList2"/>
    <dgm:cxn modelId="{6C1F7F21-144D-47E5-85C6-E0570D8889D5}" type="presParOf" srcId="{7EB9DCE3-E76E-4103-BBF8-4B51153FB9A2}" destId="{54E21F36-6D50-4735-A8D0-122E0BA2349D}" srcOrd="4" destOrd="0" presId="urn:microsoft.com/office/officeart/2005/8/layout/vList2"/>
    <dgm:cxn modelId="{5D82EAEF-02C1-4062-821A-F4DE98AB69DD}" type="presParOf" srcId="{7EB9DCE3-E76E-4103-BBF8-4B51153FB9A2}" destId="{13D57C85-1CB8-4A68-A117-F105B67FF9CE}" srcOrd="5" destOrd="0" presId="urn:microsoft.com/office/officeart/2005/8/layout/vList2"/>
    <dgm:cxn modelId="{3FAED893-D9FE-4A2D-9688-D0E5D9817E82}" type="presParOf" srcId="{7EB9DCE3-E76E-4103-BBF8-4B51153FB9A2}" destId="{4F7C19F1-E51A-4BB9-B007-6C78C5E53AA6}" srcOrd="6" destOrd="0" presId="urn:microsoft.com/office/officeart/2005/8/layout/vList2"/>
    <dgm:cxn modelId="{21FC9B39-97B7-424F-BACA-2FAFE9BDD33F}" type="presParOf" srcId="{7EB9DCE3-E76E-4103-BBF8-4B51153FB9A2}" destId="{41F67669-CE3F-4E4D-845E-8CB68EA1D8D2}" srcOrd="7" destOrd="0" presId="urn:microsoft.com/office/officeart/2005/8/layout/vList2"/>
    <dgm:cxn modelId="{B90BF064-5C82-455E-82E6-032FA269D028}" type="presParOf" srcId="{7EB9DCE3-E76E-4103-BBF8-4B51153FB9A2}" destId="{29D0E6EF-8D71-460B-AA50-C3640A04C35C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C3513A-850A-4015-A675-354BA027D4A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9DEC6C43-03BE-402F-8715-749222DD45CE}">
      <dgm:prSet/>
      <dgm:spPr/>
      <dgm:t>
        <a:bodyPr/>
        <a:lstStyle/>
        <a:p>
          <a:r>
            <a:rPr lang="en-US"/>
            <a:t>• Sequence diagrams visualize how objects interact</a:t>
          </a:r>
        </a:p>
      </dgm:t>
    </dgm:pt>
    <dgm:pt modelId="{0491466E-9187-4E5E-A31E-C38367318E79}" type="parTrans" cxnId="{9ECF31DF-4BCB-497A-91CB-3BAF53BBE803}">
      <dgm:prSet/>
      <dgm:spPr/>
      <dgm:t>
        <a:bodyPr/>
        <a:lstStyle/>
        <a:p>
          <a:endParaRPr lang="en-US"/>
        </a:p>
      </dgm:t>
    </dgm:pt>
    <dgm:pt modelId="{0448B585-980A-4004-95E3-1B14D1889812}" type="sibTrans" cxnId="{9ECF31DF-4BCB-497A-91CB-3BAF53BBE803}">
      <dgm:prSet/>
      <dgm:spPr/>
      <dgm:t>
        <a:bodyPr/>
        <a:lstStyle/>
        <a:p>
          <a:endParaRPr lang="en-US"/>
        </a:p>
      </dgm:t>
    </dgm:pt>
    <dgm:pt modelId="{3B5699CB-6984-4D98-9DEB-BC1827CE50BA}">
      <dgm:prSet/>
      <dgm:spPr/>
      <dgm:t>
        <a:bodyPr/>
        <a:lstStyle/>
        <a:p>
          <a:r>
            <a:rPr lang="en-US"/>
            <a:t>• Help understand system behavior over time</a:t>
          </a:r>
        </a:p>
      </dgm:t>
    </dgm:pt>
    <dgm:pt modelId="{9E67BB0B-2CEF-4B3B-9A86-D18EB42C48ED}" type="parTrans" cxnId="{1460AD76-7AFF-4068-AD1A-5D7B1352C1B8}">
      <dgm:prSet/>
      <dgm:spPr/>
      <dgm:t>
        <a:bodyPr/>
        <a:lstStyle/>
        <a:p>
          <a:endParaRPr lang="en-US"/>
        </a:p>
      </dgm:t>
    </dgm:pt>
    <dgm:pt modelId="{51069546-7CE1-4374-8B8D-A15E733F48C1}" type="sibTrans" cxnId="{1460AD76-7AFF-4068-AD1A-5D7B1352C1B8}">
      <dgm:prSet/>
      <dgm:spPr/>
      <dgm:t>
        <a:bodyPr/>
        <a:lstStyle/>
        <a:p>
          <a:endParaRPr lang="en-US"/>
        </a:p>
      </dgm:t>
    </dgm:pt>
    <dgm:pt modelId="{AFFFAC6C-E860-4ADF-B4D5-B3F7204B715C}">
      <dgm:prSet/>
      <dgm:spPr/>
      <dgm:t>
        <a:bodyPr/>
        <a:lstStyle/>
        <a:p>
          <a:r>
            <a:rPr lang="en-US"/>
            <a:t>• Practice by drawing diagrams for everyday systems</a:t>
          </a:r>
        </a:p>
      </dgm:t>
    </dgm:pt>
    <dgm:pt modelId="{A8004AD3-C1E7-48F8-B606-BCB19FDACD1E}" type="parTrans" cxnId="{63042C1C-88CE-4A4E-85A2-B82F31271BBC}">
      <dgm:prSet/>
      <dgm:spPr/>
      <dgm:t>
        <a:bodyPr/>
        <a:lstStyle/>
        <a:p>
          <a:endParaRPr lang="en-US"/>
        </a:p>
      </dgm:t>
    </dgm:pt>
    <dgm:pt modelId="{98C59AC8-F62A-43EF-87B2-6E62D75F8D5A}" type="sibTrans" cxnId="{63042C1C-88CE-4A4E-85A2-B82F31271BBC}">
      <dgm:prSet/>
      <dgm:spPr/>
      <dgm:t>
        <a:bodyPr/>
        <a:lstStyle/>
        <a:p>
          <a:endParaRPr lang="en-US"/>
        </a:p>
      </dgm:t>
    </dgm:pt>
    <dgm:pt modelId="{BD313AD7-EE95-4B7E-98D7-02280525DA8A}">
      <dgm:prSet/>
      <dgm:spPr/>
      <dgm:t>
        <a:bodyPr/>
        <a:lstStyle/>
        <a:p>
          <a:r>
            <a:rPr lang="en-US"/>
            <a:t>• Use diagram tools to speed up your workflow</a:t>
          </a:r>
        </a:p>
      </dgm:t>
    </dgm:pt>
    <dgm:pt modelId="{813AB8DF-21CA-47D2-9FC6-AE460B930743}" type="parTrans" cxnId="{F4416BF1-9A43-4D0D-9C7E-629A39015213}">
      <dgm:prSet/>
      <dgm:spPr/>
      <dgm:t>
        <a:bodyPr/>
        <a:lstStyle/>
        <a:p>
          <a:endParaRPr lang="en-US"/>
        </a:p>
      </dgm:t>
    </dgm:pt>
    <dgm:pt modelId="{A660260D-012C-4978-B203-4B8CB65D1BC2}" type="sibTrans" cxnId="{F4416BF1-9A43-4D0D-9C7E-629A39015213}">
      <dgm:prSet/>
      <dgm:spPr/>
      <dgm:t>
        <a:bodyPr/>
        <a:lstStyle/>
        <a:p>
          <a:endParaRPr lang="en-US"/>
        </a:p>
      </dgm:t>
    </dgm:pt>
    <dgm:pt modelId="{6EC8FAFC-E051-4CB0-96E9-5BFDC4C8A069}" type="pres">
      <dgm:prSet presAssocID="{4DC3513A-850A-4015-A675-354BA027D4A2}" presName="root" presStyleCnt="0">
        <dgm:presLayoutVars>
          <dgm:dir/>
          <dgm:resizeHandles val="exact"/>
        </dgm:presLayoutVars>
      </dgm:prSet>
      <dgm:spPr/>
    </dgm:pt>
    <dgm:pt modelId="{ABF56B5D-FD6C-44E9-A714-A13BBD773181}" type="pres">
      <dgm:prSet presAssocID="{9DEC6C43-03BE-402F-8715-749222DD45CE}" presName="compNode" presStyleCnt="0"/>
      <dgm:spPr/>
    </dgm:pt>
    <dgm:pt modelId="{17A6B640-192F-4D57-938E-E76C81E79BC0}" type="pres">
      <dgm:prSet presAssocID="{9DEC6C43-03BE-402F-8715-749222DD45CE}" presName="bgRect" presStyleLbl="bgShp" presStyleIdx="0" presStyleCnt="4"/>
      <dgm:spPr/>
    </dgm:pt>
    <dgm:pt modelId="{1125ED8D-6A62-4FDA-B284-34EEE25AFFBC}" type="pres">
      <dgm:prSet presAssocID="{9DEC6C43-03BE-402F-8715-749222DD45C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81E80B1C-E864-423E-A959-BA37174F8717}" type="pres">
      <dgm:prSet presAssocID="{9DEC6C43-03BE-402F-8715-749222DD45CE}" presName="spaceRect" presStyleCnt="0"/>
      <dgm:spPr/>
    </dgm:pt>
    <dgm:pt modelId="{F858C77D-E28F-4909-A057-D80CDAEF5121}" type="pres">
      <dgm:prSet presAssocID="{9DEC6C43-03BE-402F-8715-749222DD45CE}" presName="parTx" presStyleLbl="revTx" presStyleIdx="0" presStyleCnt="4">
        <dgm:presLayoutVars>
          <dgm:chMax val="0"/>
          <dgm:chPref val="0"/>
        </dgm:presLayoutVars>
      </dgm:prSet>
      <dgm:spPr/>
    </dgm:pt>
    <dgm:pt modelId="{8C98932B-40BC-4140-9719-A15A4298E47F}" type="pres">
      <dgm:prSet presAssocID="{0448B585-980A-4004-95E3-1B14D1889812}" presName="sibTrans" presStyleCnt="0"/>
      <dgm:spPr/>
    </dgm:pt>
    <dgm:pt modelId="{9321ADA2-6273-430F-B3C5-1D0B2A9B7F3C}" type="pres">
      <dgm:prSet presAssocID="{3B5699CB-6984-4D98-9DEB-BC1827CE50BA}" presName="compNode" presStyleCnt="0"/>
      <dgm:spPr/>
    </dgm:pt>
    <dgm:pt modelId="{10C501DB-6E76-4E6D-8DFF-24C8DC18916D}" type="pres">
      <dgm:prSet presAssocID="{3B5699CB-6984-4D98-9DEB-BC1827CE50BA}" presName="bgRect" presStyleLbl="bgShp" presStyleIdx="1" presStyleCnt="4"/>
      <dgm:spPr/>
    </dgm:pt>
    <dgm:pt modelId="{FCEA4EF0-E900-41F1-A197-D375CFB9DF34}" type="pres">
      <dgm:prSet presAssocID="{3B5699CB-6984-4D98-9DEB-BC1827CE50B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3211FE11-EE20-4BAD-9540-58D0E90FCB94}" type="pres">
      <dgm:prSet presAssocID="{3B5699CB-6984-4D98-9DEB-BC1827CE50BA}" presName="spaceRect" presStyleCnt="0"/>
      <dgm:spPr/>
    </dgm:pt>
    <dgm:pt modelId="{CF8A4194-3B49-4171-8F7A-08763A8BF0EE}" type="pres">
      <dgm:prSet presAssocID="{3B5699CB-6984-4D98-9DEB-BC1827CE50BA}" presName="parTx" presStyleLbl="revTx" presStyleIdx="1" presStyleCnt="4">
        <dgm:presLayoutVars>
          <dgm:chMax val="0"/>
          <dgm:chPref val="0"/>
        </dgm:presLayoutVars>
      </dgm:prSet>
      <dgm:spPr/>
    </dgm:pt>
    <dgm:pt modelId="{91B103DF-FD64-4328-B670-E7C7C476DFD7}" type="pres">
      <dgm:prSet presAssocID="{51069546-7CE1-4374-8B8D-A15E733F48C1}" presName="sibTrans" presStyleCnt="0"/>
      <dgm:spPr/>
    </dgm:pt>
    <dgm:pt modelId="{08B777E8-DDE1-4FF2-B561-0C0D4E2CD0D9}" type="pres">
      <dgm:prSet presAssocID="{AFFFAC6C-E860-4ADF-B4D5-B3F7204B715C}" presName="compNode" presStyleCnt="0"/>
      <dgm:spPr/>
    </dgm:pt>
    <dgm:pt modelId="{E371EBE5-526A-4D7F-9E0D-52C4525375E1}" type="pres">
      <dgm:prSet presAssocID="{AFFFAC6C-E860-4ADF-B4D5-B3F7204B715C}" presName="bgRect" presStyleLbl="bgShp" presStyleIdx="2" presStyleCnt="4"/>
      <dgm:spPr/>
    </dgm:pt>
    <dgm:pt modelId="{35A43978-8971-4012-9E6F-43B94CFBD8DD}" type="pres">
      <dgm:prSet presAssocID="{AFFFAC6C-E860-4ADF-B4D5-B3F7204B715C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BC48546-5997-488E-8529-09692A3FDE44}" type="pres">
      <dgm:prSet presAssocID="{AFFFAC6C-E860-4ADF-B4D5-B3F7204B715C}" presName="spaceRect" presStyleCnt="0"/>
      <dgm:spPr/>
    </dgm:pt>
    <dgm:pt modelId="{223B4DC8-3FDA-456C-AD28-CA373A719768}" type="pres">
      <dgm:prSet presAssocID="{AFFFAC6C-E860-4ADF-B4D5-B3F7204B715C}" presName="parTx" presStyleLbl="revTx" presStyleIdx="2" presStyleCnt="4">
        <dgm:presLayoutVars>
          <dgm:chMax val="0"/>
          <dgm:chPref val="0"/>
        </dgm:presLayoutVars>
      </dgm:prSet>
      <dgm:spPr/>
    </dgm:pt>
    <dgm:pt modelId="{E3AB3A76-6AFA-498F-9E73-FDCA0084024A}" type="pres">
      <dgm:prSet presAssocID="{98C59AC8-F62A-43EF-87B2-6E62D75F8D5A}" presName="sibTrans" presStyleCnt="0"/>
      <dgm:spPr/>
    </dgm:pt>
    <dgm:pt modelId="{C3FE850D-2205-4D14-9331-C20D552CCCD1}" type="pres">
      <dgm:prSet presAssocID="{BD313AD7-EE95-4B7E-98D7-02280525DA8A}" presName="compNode" presStyleCnt="0"/>
      <dgm:spPr/>
    </dgm:pt>
    <dgm:pt modelId="{D0B8778E-8CFB-41D1-91AC-CE2460F3C933}" type="pres">
      <dgm:prSet presAssocID="{BD313AD7-EE95-4B7E-98D7-02280525DA8A}" presName="bgRect" presStyleLbl="bgShp" presStyleIdx="3" presStyleCnt="4"/>
      <dgm:spPr/>
    </dgm:pt>
    <dgm:pt modelId="{7DEC0786-3C76-408F-9F16-3E361E82EFA1}" type="pres">
      <dgm:prSet presAssocID="{BD313AD7-EE95-4B7E-98D7-02280525DA8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B28E176-E19E-4675-9A5E-4805058E2D61}" type="pres">
      <dgm:prSet presAssocID="{BD313AD7-EE95-4B7E-98D7-02280525DA8A}" presName="spaceRect" presStyleCnt="0"/>
      <dgm:spPr/>
    </dgm:pt>
    <dgm:pt modelId="{1DA56AF5-856B-4AB7-ADC6-4E6F5425BB05}" type="pres">
      <dgm:prSet presAssocID="{BD313AD7-EE95-4B7E-98D7-02280525DA8A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3042C1C-88CE-4A4E-85A2-B82F31271BBC}" srcId="{4DC3513A-850A-4015-A675-354BA027D4A2}" destId="{AFFFAC6C-E860-4ADF-B4D5-B3F7204B715C}" srcOrd="2" destOrd="0" parTransId="{A8004AD3-C1E7-48F8-B606-BCB19FDACD1E}" sibTransId="{98C59AC8-F62A-43EF-87B2-6E62D75F8D5A}"/>
    <dgm:cxn modelId="{15151C2F-D347-4409-AC80-A97489E31226}" type="presOf" srcId="{AFFFAC6C-E860-4ADF-B4D5-B3F7204B715C}" destId="{223B4DC8-3FDA-456C-AD28-CA373A719768}" srcOrd="0" destOrd="0" presId="urn:microsoft.com/office/officeart/2018/2/layout/IconVerticalSolidList"/>
    <dgm:cxn modelId="{89B6005D-68A0-40E9-9864-F54A698F499B}" type="presOf" srcId="{4DC3513A-850A-4015-A675-354BA027D4A2}" destId="{6EC8FAFC-E051-4CB0-96E9-5BFDC4C8A069}" srcOrd="0" destOrd="0" presId="urn:microsoft.com/office/officeart/2018/2/layout/IconVerticalSolidList"/>
    <dgm:cxn modelId="{B04F4948-DE3B-494C-B5F4-4A13667DFBE5}" type="presOf" srcId="{9DEC6C43-03BE-402F-8715-749222DD45CE}" destId="{F858C77D-E28F-4909-A057-D80CDAEF5121}" srcOrd="0" destOrd="0" presId="urn:microsoft.com/office/officeart/2018/2/layout/IconVerticalSolidList"/>
    <dgm:cxn modelId="{1CEF0F4F-7B28-43D7-A44F-1C42A0E5D6D8}" type="presOf" srcId="{BD313AD7-EE95-4B7E-98D7-02280525DA8A}" destId="{1DA56AF5-856B-4AB7-ADC6-4E6F5425BB05}" srcOrd="0" destOrd="0" presId="urn:microsoft.com/office/officeart/2018/2/layout/IconVerticalSolidList"/>
    <dgm:cxn modelId="{1460AD76-7AFF-4068-AD1A-5D7B1352C1B8}" srcId="{4DC3513A-850A-4015-A675-354BA027D4A2}" destId="{3B5699CB-6984-4D98-9DEB-BC1827CE50BA}" srcOrd="1" destOrd="0" parTransId="{9E67BB0B-2CEF-4B3B-9A86-D18EB42C48ED}" sibTransId="{51069546-7CE1-4374-8B8D-A15E733F48C1}"/>
    <dgm:cxn modelId="{3A896D95-8EA9-47D3-BD9C-201D297780E7}" type="presOf" srcId="{3B5699CB-6984-4D98-9DEB-BC1827CE50BA}" destId="{CF8A4194-3B49-4171-8F7A-08763A8BF0EE}" srcOrd="0" destOrd="0" presId="urn:microsoft.com/office/officeart/2018/2/layout/IconVerticalSolidList"/>
    <dgm:cxn modelId="{9ECF31DF-4BCB-497A-91CB-3BAF53BBE803}" srcId="{4DC3513A-850A-4015-A675-354BA027D4A2}" destId="{9DEC6C43-03BE-402F-8715-749222DD45CE}" srcOrd="0" destOrd="0" parTransId="{0491466E-9187-4E5E-A31E-C38367318E79}" sibTransId="{0448B585-980A-4004-95E3-1B14D1889812}"/>
    <dgm:cxn modelId="{F4416BF1-9A43-4D0D-9C7E-629A39015213}" srcId="{4DC3513A-850A-4015-A675-354BA027D4A2}" destId="{BD313AD7-EE95-4B7E-98D7-02280525DA8A}" srcOrd="3" destOrd="0" parTransId="{813AB8DF-21CA-47D2-9FC6-AE460B930743}" sibTransId="{A660260D-012C-4978-B203-4B8CB65D1BC2}"/>
    <dgm:cxn modelId="{6BC6D0CD-D5F4-412E-9CE0-6DB65D418C8C}" type="presParOf" srcId="{6EC8FAFC-E051-4CB0-96E9-5BFDC4C8A069}" destId="{ABF56B5D-FD6C-44E9-A714-A13BBD773181}" srcOrd="0" destOrd="0" presId="urn:microsoft.com/office/officeart/2018/2/layout/IconVerticalSolidList"/>
    <dgm:cxn modelId="{456875B2-30B4-403D-8BFC-984F48F04085}" type="presParOf" srcId="{ABF56B5D-FD6C-44E9-A714-A13BBD773181}" destId="{17A6B640-192F-4D57-938E-E76C81E79BC0}" srcOrd="0" destOrd="0" presId="urn:microsoft.com/office/officeart/2018/2/layout/IconVerticalSolidList"/>
    <dgm:cxn modelId="{0B1D57E9-DCE7-4387-A5EA-959FC85F580E}" type="presParOf" srcId="{ABF56B5D-FD6C-44E9-A714-A13BBD773181}" destId="{1125ED8D-6A62-4FDA-B284-34EEE25AFFBC}" srcOrd="1" destOrd="0" presId="urn:microsoft.com/office/officeart/2018/2/layout/IconVerticalSolidList"/>
    <dgm:cxn modelId="{6CF08F49-B3B4-4EC7-884D-F2684188FC1F}" type="presParOf" srcId="{ABF56B5D-FD6C-44E9-A714-A13BBD773181}" destId="{81E80B1C-E864-423E-A959-BA37174F8717}" srcOrd="2" destOrd="0" presId="urn:microsoft.com/office/officeart/2018/2/layout/IconVerticalSolidList"/>
    <dgm:cxn modelId="{DAD9C35E-8A85-47A5-A079-DA79BCFEEE1D}" type="presParOf" srcId="{ABF56B5D-FD6C-44E9-A714-A13BBD773181}" destId="{F858C77D-E28F-4909-A057-D80CDAEF5121}" srcOrd="3" destOrd="0" presId="urn:microsoft.com/office/officeart/2018/2/layout/IconVerticalSolidList"/>
    <dgm:cxn modelId="{B68BC1B8-D925-44FF-864E-EB64B50C66AD}" type="presParOf" srcId="{6EC8FAFC-E051-4CB0-96E9-5BFDC4C8A069}" destId="{8C98932B-40BC-4140-9719-A15A4298E47F}" srcOrd="1" destOrd="0" presId="urn:microsoft.com/office/officeart/2018/2/layout/IconVerticalSolidList"/>
    <dgm:cxn modelId="{4B3F7815-94BD-4326-AD08-36B9BB92C750}" type="presParOf" srcId="{6EC8FAFC-E051-4CB0-96E9-5BFDC4C8A069}" destId="{9321ADA2-6273-430F-B3C5-1D0B2A9B7F3C}" srcOrd="2" destOrd="0" presId="urn:microsoft.com/office/officeart/2018/2/layout/IconVerticalSolidList"/>
    <dgm:cxn modelId="{ADA89DB5-5F97-4434-9688-118332AB91C8}" type="presParOf" srcId="{9321ADA2-6273-430F-B3C5-1D0B2A9B7F3C}" destId="{10C501DB-6E76-4E6D-8DFF-24C8DC18916D}" srcOrd="0" destOrd="0" presId="urn:microsoft.com/office/officeart/2018/2/layout/IconVerticalSolidList"/>
    <dgm:cxn modelId="{2F77F1AD-C1DB-4C22-B30C-7856CDC15515}" type="presParOf" srcId="{9321ADA2-6273-430F-B3C5-1D0B2A9B7F3C}" destId="{FCEA4EF0-E900-41F1-A197-D375CFB9DF34}" srcOrd="1" destOrd="0" presId="urn:microsoft.com/office/officeart/2018/2/layout/IconVerticalSolidList"/>
    <dgm:cxn modelId="{0C85E567-C120-47A4-AA1E-D0515B264E92}" type="presParOf" srcId="{9321ADA2-6273-430F-B3C5-1D0B2A9B7F3C}" destId="{3211FE11-EE20-4BAD-9540-58D0E90FCB94}" srcOrd="2" destOrd="0" presId="urn:microsoft.com/office/officeart/2018/2/layout/IconVerticalSolidList"/>
    <dgm:cxn modelId="{D85022DD-9706-4A8B-A2E4-319EBFD5CD5A}" type="presParOf" srcId="{9321ADA2-6273-430F-B3C5-1D0B2A9B7F3C}" destId="{CF8A4194-3B49-4171-8F7A-08763A8BF0EE}" srcOrd="3" destOrd="0" presId="urn:microsoft.com/office/officeart/2018/2/layout/IconVerticalSolidList"/>
    <dgm:cxn modelId="{C9490EED-4BB0-40A4-A5C4-EEF8EEB51144}" type="presParOf" srcId="{6EC8FAFC-E051-4CB0-96E9-5BFDC4C8A069}" destId="{91B103DF-FD64-4328-B670-E7C7C476DFD7}" srcOrd="3" destOrd="0" presId="urn:microsoft.com/office/officeart/2018/2/layout/IconVerticalSolidList"/>
    <dgm:cxn modelId="{BF0F07C1-BFF1-4993-BF40-1F2C5297A070}" type="presParOf" srcId="{6EC8FAFC-E051-4CB0-96E9-5BFDC4C8A069}" destId="{08B777E8-DDE1-4FF2-B561-0C0D4E2CD0D9}" srcOrd="4" destOrd="0" presId="urn:microsoft.com/office/officeart/2018/2/layout/IconVerticalSolidList"/>
    <dgm:cxn modelId="{434AC75F-3E48-4A9A-B151-BA6F77ADB882}" type="presParOf" srcId="{08B777E8-DDE1-4FF2-B561-0C0D4E2CD0D9}" destId="{E371EBE5-526A-4D7F-9E0D-52C4525375E1}" srcOrd="0" destOrd="0" presId="urn:microsoft.com/office/officeart/2018/2/layout/IconVerticalSolidList"/>
    <dgm:cxn modelId="{AFDE0177-7557-46AC-91E5-571D1A74ADE3}" type="presParOf" srcId="{08B777E8-DDE1-4FF2-B561-0C0D4E2CD0D9}" destId="{35A43978-8971-4012-9E6F-43B94CFBD8DD}" srcOrd="1" destOrd="0" presId="urn:microsoft.com/office/officeart/2018/2/layout/IconVerticalSolidList"/>
    <dgm:cxn modelId="{23BF3725-1E4A-4E0D-849E-74327011C010}" type="presParOf" srcId="{08B777E8-DDE1-4FF2-B561-0C0D4E2CD0D9}" destId="{2BC48546-5997-488E-8529-09692A3FDE44}" srcOrd="2" destOrd="0" presId="urn:microsoft.com/office/officeart/2018/2/layout/IconVerticalSolidList"/>
    <dgm:cxn modelId="{96F0B831-D2D6-429F-A230-580B86F3107C}" type="presParOf" srcId="{08B777E8-DDE1-4FF2-B561-0C0D4E2CD0D9}" destId="{223B4DC8-3FDA-456C-AD28-CA373A719768}" srcOrd="3" destOrd="0" presId="urn:microsoft.com/office/officeart/2018/2/layout/IconVerticalSolidList"/>
    <dgm:cxn modelId="{0FDBA64F-F2EF-4F46-B12D-662327463E00}" type="presParOf" srcId="{6EC8FAFC-E051-4CB0-96E9-5BFDC4C8A069}" destId="{E3AB3A76-6AFA-498F-9E73-FDCA0084024A}" srcOrd="5" destOrd="0" presId="urn:microsoft.com/office/officeart/2018/2/layout/IconVerticalSolidList"/>
    <dgm:cxn modelId="{9B5A8838-B7A6-4C44-B5A3-2E623FCEF41F}" type="presParOf" srcId="{6EC8FAFC-E051-4CB0-96E9-5BFDC4C8A069}" destId="{C3FE850D-2205-4D14-9331-C20D552CCCD1}" srcOrd="6" destOrd="0" presId="urn:microsoft.com/office/officeart/2018/2/layout/IconVerticalSolidList"/>
    <dgm:cxn modelId="{F7FA5118-957D-4EB7-BAD2-4E819991BBB3}" type="presParOf" srcId="{C3FE850D-2205-4D14-9331-C20D552CCCD1}" destId="{D0B8778E-8CFB-41D1-91AC-CE2460F3C933}" srcOrd="0" destOrd="0" presId="urn:microsoft.com/office/officeart/2018/2/layout/IconVerticalSolidList"/>
    <dgm:cxn modelId="{B9C85A66-9198-45FB-8117-608C53D771AE}" type="presParOf" srcId="{C3FE850D-2205-4D14-9331-C20D552CCCD1}" destId="{7DEC0786-3C76-408F-9F16-3E361E82EFA1}" srcOrd="1" destOrd="0" presId="urn:microsoft.com/office/officeart/2018/2/layout/IconVerticalSolidList"/>
    <dgm:cxn modelId="{FA6CEAA6-5A92-4CC0-8DA4-6A218E69938B}" type="presParOf" srcId="{C3FE850D-2205-4D14-9331-C20D552CCCD1}" destId="{EB28E176-E19E-4675-9A5E-4805058E2D61}" srcOrd="2" destOrd="0" presId="urn:microsoft.com/office/officeart/2018/2/layout/IconVerticalSolidList"/>
    <dgm:cxn modelId="{D739D314-0236-4BAD-8E88-9A944B5FAF53}" type="presParOf" srcId="{C3FE850D-2205-4D14-9331-C20D552CCCD1}" destId="{1DA56AF5-856B-4AB7-ADC6-4E6F5425BB0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98A00-F117-4A93-B6F8-A039715B59D6}">
      <dsp:nvSpPr>
        <dsp:cNvPr id="0" name=""/>
        <dsp:cNvSpPr/>
      </dsp:nvSpPr>
      <dsp:spPr>
        <a:xfrm>
          <a:off x="0" y="1878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03F955-47C0-408D-B96F-A47F7D39D0F6}">
      <dsp:nvSpPr>
        <dsp:cNvPr id="0" name=""/>
        <dsp:cNvSpPr/>
      </dsp:nvSpPr>
      <dsp:spPr>
        <a:xfrm>
          <a:off x="287993" y="216088"/>
          <a:ext cx="523623" cy="52362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8B4B50-EA71-495E-BE16-0683D8E306F6}">
      <dsp:nvSpPr>
        <dsp:cNvPr id="0" name=""/>
        <dsp:cNvSpPr/>
      </dsp:nvSpPr>
      <dsp:spPr>
        <a:xfrm>
          <a:off x="1099610" y="1878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A type of UML diagram that shows object interactions over time</a:t>
          </a:r>
        </a:p>
      </dsp:txBody>
      <dsp:txXfrm>
        <a:off x="1099610" y="1878"/>
        <a:ext cx="7129989" cy="952043"/>
      </dsp:txXfrm>
    </dsp:sp>
    <dsp:sp modelId="{CA6E26B4-F383-4A2A-999F-72FE8E466ACA}">
      <dsp:nvSpPr>
        <dsp:cNvPr id="0" name=""/>
        <dsp:cNvSpPr/>
      </dsp:nvSpPr>
      <dsp:spPr>
        <a:xfrm>
          <a:off x="0" y="1191932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8D69B-4405-43C7-9049-0CAC1E851B19}">
      <dsp:nvSpPr>
        <dsp:cNvPr id="0" name=""/>
        <dsp:cNvSpPr/>
      </dsp:nvSpPr>
      <dsp:spPr>
        <a:xfrm>
          <a:off x="287993" y="1406142"/>
          <a:ext cx="523623" cy="52362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80313-6940-4FBA-93F5-FB4DA6B68055}">
      <dsp:nvSpPr>
        <dsp:cNvPr id="0" name=""/>
        <dsp:cNvSpPr/>
      </dsp:nvSpPr>
      <dsp:spPr>
        <a:xfrm>
          <a:off x="1099610" y="1191932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Visualizes the sequence of messages exchanged</a:t>
          </a:r>
        </a:p>
      </dsp:txBody>
      <dsp:txXfrm>
        <a:off x="1099610" y="1191932"/>
        <a:ext cx="7129989" cy="952043"/>
      </dsp:txXfrm>
    </dsp:sp>
    <dsp:sp modelId="{A17A964F-B7E5-49AC-A8C2-8D4221092F77}">
      <dsp:nvSpPr>
        <dsp:cNvPr id="0" name=""/>
        <dsp:cNvSpPr/>
      </dsp:nvSpPr>
      <dsp:spPr>
        <a:xfrm>
          <a:off x="0" y="2381986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37D787-2531-4EA3-9968-C786FB320AAA}">
      <dsp:nvSpPr>
        <dsp:cNvPr id="0" name=""/>
        <dsp:cNvSpPr/>
      </dsp:nvSpPr>
      <dsp:spPr>
        <a:xfrm>
          <a:off x="287993" y="2596196"/>
          <a:ext cx="523623" cy="52362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12EF70-F254-4819-A27F-F7FF9BEFD846}">
      <dsp:nvSpPr>
        <dsp:cNvPr id="0" name=""/>
        <dsp:cNvSpPr/>
      </dsp:nvSpPr>
      <dsp:spPr>
        <a:xfrm>
          <a:off x="1099610" y="2381986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Helps model the logic of complex operations, functions, or procedures</a:t>
          </a:r>
        </a:p>
      </dsp:txBody>
      <dsp:txXfrm>
        <a:off x="1099610" y="2381986"/>
        <a:ext cx="7129989" cy="952043"/>
      </dsp:txXfrm>
    </dsp:sp>
    <dsp:sp modelId="{77156C2E-123D-4932-A2C4-56A99E1A1FB1}">
      <dsp:nvSpPr>
        <dsp:cNvPr id="0" name=""/>
        <dsp:cNvSpPr/>
      </dsp:nvSpPr>
      <dsp:spPr>
        <a:xfrm>
          <a:off x="0" y="3572041"/>
          <a:ext cx="8229600" cy="952043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12B94B5-66F9-4404-8834-8854D6E8FDA8}">
      <dsp:nvSpPr>
        <dsp:cNvPr id="0" name=""/>
        <dsp:cNvSpPr/>
      </dsp:nvSpPr>
      <dsp:spPr>
        <a:xfrm>
          <a:off x="287993" y="3786250"/>
          <a:ext cx="523623" cy="52362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5D1E5-8D80-4ECE-9072-F8802CA96ECE}">
      <dsp:nvSpPr>
        <dsp:cNvPr id="0" name=""/>
        <dsp:cNvSpPr/>
      </dsp:nvSpPr>
      <dsp:spPr>
        <a:xfrm>
          <a:off x="1099610" y="3572041"/>
          <a:ext cx="7129989" cy="9520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0758" tIns="100758" rIns="100758" bIns="100758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Useful in both analysis and design phases</a:t>
          </a:r>
        </a:p>
      </dsp:txBody>
      <dsp:txXfrm>
        <a:off x="1099610" y="3572041"/>
        <a:ext cx="7129989" cy="9520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6790A6-72FA-434E-9475-D38852F266A9}">
      <dsp:nvSpPr>
        <dsp:cNvPr id="0" name=""/>
        <dsp:cNvSpPr/>
      </dsp:nvSpPr>
      <dsp:spPr>
        <a:xfrm>
          <a:off x="2369600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860459"/>
        <a:ext cx="27198" cy="5439"/>
      </dsp:txXfrm>
    </dsp:sp>
    <dsp:sp modelId="{23D47DEC-069B-4057-AF91-038DF0029027}">
      <dsp:nvSpPr>
        <dsp:cNvPr id="0" name=""/>
        <dsp:cNvSpPr/>
      </dsp:nvSpPr>
      <dsp:spPr>
        <a:xfrm>
          <a:off x="6282" y="153643"/>
          <a:ext cx="2365117" cy="141907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1. User -&gt; Login Page: enter credentials</a:t>
          </a:r>
        </a:p>
      </dsp:txBody>
      <dsp:txXfrm>
        <a:off x="6282" y="153643"/>
        <a:ext cx="2365117" cy="1419070"/>
      </dsp:txXfrm>
    </dsp:sp>
    <dsp:sp modelId="{CF34BEB8-409E-4953-9B2D-6DC6058C84F2}">
      <dsp:nvSpPr>
        <dsp:cNvPr id="0" name=""/>
        <dsp:cNvSpPr/>
      </dsp:nvSpPr>
      <dsp:spPr>
        <a:xfrm>
          <a:off x="5278694" y="817458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860459"/>
        <a:ext cx="27198" cy="5439"/>
      </dsp:txXfrm>
    </dsp:sp>
    <dsp:sp modelId="{CFA837FD-2D0D-42C9-8A56-8BF76A9EA9BB}">
      <dsp:nvSpPr>
        <dsp:cNvPr id="0" name=""/>
        <dsp:cNvSpPr/>
      </dsp:nvSpPr>
      <dsp:spPr>
        <a:xfrm>
          <a:off x="2915376" y="153643"/>
          <a:ext cx="2365117" cy="1419070"/>
        </a:xfrm>
        <a:prstGeom prst="rect">
          <a:avLst/>
        </a:prstGeom>
        <a:solidFill>
          <a:schemeClr val="accent2">
            <a:hueOff val="936304"/>
            <a:satOff val="-1168"/>
            <a:lumOff val="27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2. Login Page -&gt; AuthService: validate credentials</a:t>
          </a:r>
        </a:p>
      </dsp:txBody>
      <dsp:txXfrm>
        <a:off x="2915376" y="153643"/>
        <a:ext cx="2365117" cy="1419070"/>
      </dsp:txXfrm>
    </dsp:sp>
    <dsp:sp modelId="{F2A3EEC6-973C-4E62-9152-A23AAC2C5DF5}">
      <dsp:nvSpPr>
        <dsp:cNvPr id="0" name=""/>
        <dsp:cNvSpPr/>
      </dsp:nvSpPr>
      <dsp:spPr>
        <a:xfrm>
          <a:off x="1188841" y="1570914"/>
          <a:ext cx="5818187" cy="513376"/>
        </a:xfrm>
        <a:custGeom>
          <a:avLst/>
          <a:gdLst/>
          <a:ahLst/>
          <a:cxnLst/>
          <a:rect l="0" t="0" r="0" b="0"/>
          <a:pathLst>
            <a:path>
              <a:moveTo>
                <a:pt x="5818187" y="0"/>
              </a:moveTo>
              <a:lnTo>
                <a:pt x="5818187" y="273788"/>
              </a:lnTo>
              <a:lnTo>
                <a:pt x="0" y="273788"/>
              </a:lnTo>
              <a:lnTo>
                <a:pt x="0" y="513376"/>
              </a:lnTo>
            </a:path>
          </a:pathLst>
        </a:custGeom>
        <a:noFill/>
        <a:ln w="9525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3951846" y="1824882"/>
        <a:ext cx="292178" cy="5439"/>
      </dsp:txXfrm>
    </dsp:sp>
    <dsp:sp modelId="{F0C06246-D939-4B9B-A683-BC15B6DBDB12}">
      <dsp:nvSpPr>
        <dsp:cNvPr id="0" name=""/>
        <dsp:cNvSpPr/>
      </dsp:nvSpPr>
      <dsp:spPr>
        <a:xfrm>
          <a:off x="5824470" y="153643"/>
          <a:ext cx="2365117" cy="1419070"/>
        </a:xfrm>
        <a:prstGeom prst="rect">
          <a:avLst/>
        </a:prstGeom>
        <a:solidFill>
          <a:schemeClr val="accent2">
            <a:hueOff val="1872608"/>
            <a:satOff val="-2336"/>
            <a:lumOff val="54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3. AuthService -&gt; Database: query user record</a:t>
          </a:r>
        </a:p>
      </dsp:txBody>
      <dsp:txXfrm>
        <a:off x="5824470" y="153643"/>
        <a:ext cx="2365117" cy="1419070"/>
      </dsp:txXfrm>
    </dsp:sp>
    <dsp:sp modelId="{71374837-2221-4121-B2FD-B93247AEDDDF}">
      <dsp:nvSpPr>
        <dsp:cNvPr id="0" name=""/>
        <dsp:cNvSpPr/>
      </dsp:nvSpPr>
      <dsp:spPr>
        <a:xfrm>
          <a:off x="2369600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612689" y="2823506"/>
        <a:ext cx="27198" cy="5439"/>
      </dsp:txXfrm>
    </dsp:sp>
    <dsp:sp modelId="{621A58B3-DD04-4736-AFFC-7602EC6F979E}">
      <dsp:nvSpPr>
        <dsp:cNvPr id="0" name=""/>
        <dsp:cNvSpPr/>
      </dsp:nvSpPr>
      <dsp:spPr>
        <a:xfrm>
          <a:off x="6282" y="2116690"/>
          <a:ext cx="2365117" cy="1419070"/>
        </a:xfrm>
        <a:prstGeom prst="rect">
          <a:avLst/>
        </a:prstGeom>
        <a:solidFill>
          <a:schemeClr val="accent2">
            <a:hueOff val="2808911"/>
            <a:satOff val="-3503"/>
            <a:lumOff val="82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4. Database -&gt; AuthService: return result</a:t>
          </a:r>
        </a:p>
      </dsp:txBody>
      <dsp:txXfrm>
        <a:off x="6282" y="2116690"/>
        <a:ext cx="2365117" cy="1419070"/>
      </dsp:txXfrm>
    </dsp:sp>
    <dsp:sp modelId="{E88D80D8-AF0F-4C5B-853F-DA3A1ABEA591}">
      <dsp:nvSpPr>
        <dsp:cNvPr id="0" name=""/>
        <dsp:cNvSpPr/>
      </dsp:nvSpPr>
      <dsp:spPr>
        <a:xfrm>
          <a:off x="5278694" y="2780506"/>
          <a:ext cx="51337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513376" y="45720"/>
              </a:lnTo>
            </a:path>
          </a:pathLst>
        </a:custGeom>
        <a:noFill/>
        <a:ln w="9525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521783" y="2823506"/>
        <a:ext cx="27198" cy="5439"/>
      </dsp:txXfrm>
    </dsp:sp>
    <dsp:sp modelId="{D7B36B2A-2112-43C5-991B-A36F3B251B6F}">
      <dsp:nvSpPr>
        <dsp:cNvPr id="0" name=""/>
        <dsp:cNvSpPr/>
      </dsp:nvSpPr>
      <dsp:spPr>
        <a:xfrm>
          <a:off x="2915376" y="2116690"/>
          <a:ext cx="2365117" cy="1419070"/>
        </a:xfrm>
        <a:prstGeom prst="rect">
          <a:avLst/>
        </a:prstGeom>
        <a:solidFill>
          <a:schemeClr val="accent2">
            <a:hueOff val="3745215"/>
            <a:satOff val="-4671"/>
            <a:lumOff val="109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5. AuthService -&gt; Login Page: success/failure</a:t>
          </a:r>
        </a:p>
      </dsp:txBody>
      <dsp:txXfrm>
        <a:off x="2915376" y="2116690"/>
        <a:ext cx="2365117" cy="1419070"/>
      </dsp:txXfrm>
    </dsp:sp>
    <dsp:sp modelId="{8E7AE5D5-2AF9-4B93-B178-271B01698EC3}">
      <dsp:nvSpPr>
        <dsp:cNvPr id="0" name=""/>
        <dsp:cNvSpPr/>
      </dsp:nvSpPr>
      <dsp:spPr>
        <a:xfrm>
          <a:off x="5824470" y="2116690"/>
          <a:ext cx="2365117" cy="141907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5893" tIns="121650" rIns="115893" bIns="12165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6. Login Page -&gt; User: show result</a:t>
          </a:r>
        </a:p>
      </dsp:txBody>
      <dsp:txXfrm>
        <a:off x="5824470" y="2116690"/>
        <a:ext cx="2365117" cy="14190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03D6E-7435-4F46-8B1E-6CFF0CEC6E66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1FC2C18-A8E9-42F8-B680-0EEA3E9FCDE3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EE4AFC-55F2-43C7-84B5-C8F2BEEA3390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Keep diagrams clear and simple</a:t>
          </a:r>
        </a:p>
      </dsp:txBody>
      <dsp:txXfrm>
        <a:off x="1129902" y="4592"/>
        <a:ext cx="3596298" cy="978270"/>
      </dsp:txXfrm>
    </dsp:sp>
    <dsp:sp modelId="{BF19841E-8FD8-4622-ACA3-800181AFB263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663292-D46F-4490-A479-F32EF1AFBF3A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8688C3-1FE1-4510-B5D1-C6826DB0712D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Focus on key interactions only</a:t>
          </a:r>
        </a:p>
      </dsp:txBody>
      <dsp:txXfrm>
        <a:off x="1129902" y="1227431"/>
        <a:ext cx="3596298" cy="978270"/>
      </dsp:txXfrm>
    </dsp:sp>
    <dsp:sp modelId="{920D4C4A-7966-4ACF-B434-722050BF6D20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0A10BE3-3952-4856-B648-B17585BCD977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C791B1-66B4-4A72-BFEC-35C04AC14641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Use consistent and meaningful names</a:t>
          </a:r>
        </a:p>
      </dsp:txBody>
      <dsp:txXfrm>
        <a:off x="1129902" y="2450269"/>
        <a:ext cx="3596298" cy="978270"/>
      </dsp:txXfrm>
    </dsp:sp>
    <dsp:sp modelId="{64237395-F3BA-4164-A36C-CA38483C7A35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67DE44-8916-415F-A3C5-734F45BCCC58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DA2046-88B7-4259-BBD5-512C3BEC2B0C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Align lifelines and messages neatly</a:t>
          </a:r>
        </a:p>
      </dsp:txBody>
      <dsp:txXfrm>
        <a:off x="1129902" y="3673107"/>
        <a:ext cx="3596298" cy="978270"/>
      </dsp:txXfrm>
    </dsp:sp>
    <dsp:sp modelId="{191BCACD-5F66-4F2E-BEA5-5D17A518AB4F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8C6430-9046-49CC-8055-F46D70354F17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F11B389-4797-46A2-A0D9-1AD441A12431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Review and update diagrams regularly</a:t>
          </a:r>
        </a:p>
      </dsp:txBody>
      <dsp:txXfrm>
        <a:off x="1129902" y="4895945"/>
        <a:ext cx="3596298" cy="9782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2E64F9-C7F8-4529-A4E5-8EE6B333A813}">
      <dsp:nvSpPr>
        <dsp:cNvPr id="0" name=""/>
        <dsp:cNvSpPr/>
      </dsp:nvSpPr>
      <dsp:spPr>
        <a:xfrm>
          <a:off x="0" y="47614"/>
          <a:ext cx="4726201" cy="10553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Lucidchart</a:t>
          </a:r>
        </a:p>
      </dsp:txBody>
      <dsp:txXfrm>
        <a:off x="51517" y="99131"/>
        <a:ext cx="4623167" cy="952306"/>
      </dsp:txXfrm>
    </dsp:sp>
    <dsp:sp modelId="{B0EFF81D-6844-4FC1-AE01-BB0D49A264FC}">
      <dsp:nvSpPr>
        <dsp:cNvPr id="0" name=""/>
        <dsp:cNvSpPr/>
      </dsp:nvSpPr>
      <dsp:spPr>
        <a:xfrm>
          <a:off x="0" y="1229674"/>
          <a:ext cx="4726201" cy="1055340"/>
        </a:xfrm>
        <a:prstGeom prst="roundRect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Draw.io</a:t>
          </a:r>
        </a:p>
      </dsp:txBody>
      <dsp:txXfrm>
        <a:off x="51517" y="1281191"/>
        <a:ext cx="4623167" cy="952306"/>
      </dsp:txXfrm>
    </dsp:sp>
    <dsp:sp modelId="{54E21F36-6D50-4735-A8D0-122E0BA2349D}">
      <dsp:nvSpPr>
        <dsp:cNvPr id="0" name=""/>
        <dsp:cNvSpPr/>
      </dsp:nvSpPr>
      <dsp:spPr>
        <a:xfrm>
          <a:off x="0" y="2411734"/>
          <a:ext cx="4726201" cy="10553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PlantUML</a:t>
          </a:r>
        </a:p>
      </dsp:txBody>
      <dsp:txXfrm>
        <a:off x="51517" y="2463251"/>
        <a:ext cx="4623167" cy="952306"/>
      </dsp:txXfrm>
    </dsp:sp>
    <dsp:sp modelId="{4F7C19F1-E51A-4BB9-B007-6C78C5E53AA6}">
      <dsp:nvSpPr>
        <dsp:cNvPr id="0" name=""/>
        <dsp:cNvSpPr/>
      </dsp:nvSpPr>
      <dsp:spPr>
        <a:xfrm>
          <a:off x="0" y="3593794"/>
          <a:ext cx="4726201" cy="1055340"/>
        </a:xfrm>
        <a:prstGeom prst="roundRect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StarUML</a:t>
          </a:r>
        </a:p>
      </dsp:txBody>
      <dsp:txXfrm>
        <a:off x="51517" y="3645311"/>
        <a:ext cx="4623167" cy="952306"/>
      </dsp:txXfrm>
    </dsp:sp>
    <dsp:sp modelId="{29D0E6EF-8D71-460B-AA50-C3640A04C35C}">
      <dsp:nvSpPr>
        <dsp:cNvPr id="0" name=""/>
        <dsp:cNvSpPr/>
      </dsp:nvSpPr>
      <dsp:spPr>
        <a:xfrm>
          <a:off x="0" y="4775854"/>
          <a:ext cx="4726201" cy="10553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l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/>
            <a:t>• Visual Paradigm</a:t>
          </a:r>
        </a:p>
      </dsp:txBody>
      <dsp:txXfrm>
        <a:off x="51517" y="4827371"/>
        <a:ext cx="4623167" cy="9523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A6B640-192F-4D57-938E-E76C81E79BC0}">
      <dsp:nvSpPr>
        <dsp:cNvPr id="0" name=""/>
        <dsp:cNvSpPr/>
      </dsp:nvSpPr>
      <dsp:spPr>
        <a:xfrm>
          <a:off x="0" y="2439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25ED8D-6A62-4FDA-B284-34EEE25AFFBC}">
      <dsp:nvSpPr>
        <dsp:cNvPr id="0" name=""/>
        <dsp:cNvSpPr/>
      </dsp:nvSpPr>
      <dsp:spPr>
        <a:xfrm>
          <a:off x="374076" y="280678"/>
          <a:ext cx="680139" cy="68013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58C77D-E28F-4909-A057-D80CDAEF5121}">
      <dsp:nvSpPr>
        <dsp:cNvPr id="0" name=""/>
        <dsp:cNvSpPr/>
      </dsp:nvSpPr>
      <dsp:spPr>
        <a:xfrm>
          <a:off x="1428292" y="2439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Sequence diagrams visualize how objects interact</a:t>
          </a:r>
        </a:p>
      </dsp:txBody>
      <dsp:txXfrm>
        <a:off x="1428292" y="2439"/>
        <a:ext cx="3297908" cy="1236616"/>
      </dsp:txXfrm>
    </dsp:sp>
    <dsp:sp modelId="{10C501DB-6E76-4E6D-8DFF-24C8DC18916D}">
      <dsp:nvSpPr>
        <dsp:cNvPr id="0" name=""/>
        <dsp:cNvSpPr/>
      </dsp:nvSpPr>
      <dsp:spPr>
        <a:xfrm>
          <a:off x="0" y="1548210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EA4EF0-E900-41F1-A197-D375CFB9DF34}">
      <dsp:nvSpPr>
        <dsp:cNvPr id="0" name=""/>
        <dsp:cNvSpPr/>
      </dsp:nvSpPr>
      <dsp:spPr>
        <a:xfrm>
          <a:off x="374076" y="1826449"/>
          <a:ext cx="680139" cy="68013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8A4194-3B49-4171-8F7A-08763A8BF0EE}">
      <dsp:nvSpPr>
        <dsp:cNvPr id="0" name=""/>
        <dsp:cNvSpPr/>
      </dsp:nvSpPr>
      <dsp:spPr>
        <a:xfrm>
          <a:off x="1428292" y="1548210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Help understand system behavior over time</a:t>
          </a:r>
        </a:p>
      </dsp:txBody>
      <dsp:txXfrm>
        <a:off x="1428292" y="1548210"/>
        <a:ext cx="3297908" cy="1236616"/>
      </dsp:txXfrm>
    </dsp:sp>
    <dsp:sp modelId="{E371EBE5-526A-4D7F-9E0D-52C4525375E1}">
      <dsp:nvSpPr>
        <dsp:cNvPr id="0" name=""/>
        <dsp:cNvSpPr/>
      </dsp:nvSpPr>
      <dsp:spPr>
        <a:xfrm>
          <a:off x="0" y="3093981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5A43978-8971-4012-9E6F-43B94CFBD8DD}">
      <dsp:nvSpPr>
        <dsp:cNvPr id="0" name=""/>
        <dsp:cNvSpPr/>
      </dsp:nvSpPr>
      <dsp:spPr>
        <a:xfrm>
          <a:off x="374076" y="3372220"/>
          <a:ext cx="680139" cy="68013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3B4DC8-3FDA-456C-AD28-CA373A719768}">
      <dsp:nvSpPr>
        <dsp:cNvPr id="0" name=""/>
        <dsp:cNvSpPr/>
      </dsp:nvSpPr>
      <dsp:spPr>
        <a:xfrm>
          <a:off x="1428292" y="3093981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Practice by drawing diagrams for everyday systems</a:t>
          </a:r>
        </a:p>
      </dsp:txBody>
      <dsp:txXfrm>
        <a:off x="1428292" y="3093981"/>
        <a:ext cx="3297908" cy="1236616"/>
      </dsp:txXfrm>
    </dsp:sp>
    <dsp:sp modelId="{D0B8778E-8CFB-41D1-91AC-CE2460F3C933}">
      <dsp:nvSpPr>
        <dsp:cNvPr id="0" name=""/>
        <dsp:cNvSpPr/>
      </dsp:nvSpPr>
      <dsp:spPr>
        <a:xfrm>
          <a:off x="0" y="4639752"/>
          <a:ext cx="4726201" cy="123661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EC0786-3C76-408F-9F16-3E361E82EFA1}">
      <dsp:nvSpPr>
        <dsp:cNvPr id="0" name=""/>
        <dsp:cNvSpPr/>
      </dsp:nvSpPr>
      <dsp:spPr>
        <a:xfrm>
          <a:off x="374076" y="4917991"/>
          <a:ext cx="680139" cy="68013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A56AF5-856B-4AB7-ADC6-4E6F5425BB05}">
      <dsp:nvSpPr>
        <dsp:cNvPr id="0" name=""/>
        <dsp:cNvSpPr/>
      </dsp:nvSpPr>
      <dsp:spPr>
        <a:xfrm>
          <a:off x="1428292" y="4639752"/>
          <a:ext cx="3297908" cy="12366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0875" tIns="130875" rIns="130875" bIns="130875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Use diagram tools to speed up your workflow</a:t>
          </a:r>
        </a:p>
      </dsp:txBody>
      <dsp:txXfrm>
        <a:off x="1428292" y="4639752"/>
        <a:ext cx="3297908" cy="123661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045C67-46E7-42C0-9767-D056472DE1B7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F201BB-7642-4320-844A-AF4CB65D81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708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F201BB-7642-4320-844A-AF4CB65D811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68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Introduction to Sequence Diagrams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 dirty="0"/>
              <a:t>Yoobee Colleges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 is a Sequence Diagram?</a:t>
            </a:r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D76215D7-D406-5D81-4978-53458E5B98B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Key Elements in a Sequence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261907" cy="3769835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Actors – external entities (e.g., users, systems)</a:t>
            </a:r>
          </a:p>
          <a:p>
            <a:r>
              <a:rPr lang="en-US" sz="2000" dirty="0"/>
              <a:t>Objects/Classes – components that interact</a:t>
            </a:r>
          </a:p>
          <a:p>
            <a:r>
              <a:rPr lang="en-US" sz="2000" dirty="0"/>
              <a:t>Lifelines – timeline for each object</a:t>
            </a:r>
          </a:p>
          <a:p>
            <a:r>
              <a:rPr lang="en-US" sz="2000" dirty="0"/>
              <a:t>Messages – arrows showing communication</a:t>
            </a:r>
          </a:p>
          <a:p>
            <a:r>
              <a:rPr lang="en-US" sz="2000" dirty="0"/>
              <a:t>Activation Bars – show when objects are active</a:t>
            </a:r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132456F1-8EB8-38EA-87C2-0580772877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602" r="45520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 dirty="0"/>
              <a:t>Example Scenario: User Login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44" y="2470244"/>
            <a:ext cx="4871204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800" dirty="0"/>
              <a:t>• Scenario: A user logs into a system</a:t>
            </a:r>
          </a:p>
          <a:p>
            <a:pPr marL="0" indent="0">
              <a:buNone/>
            </a:pPr>
            <a:r>
              <a:rPr lang="en-US" sz="2800" dirty="0"/>
              <a:t>• Participants:</a:t>
            </a:r>
          </a:p>
          <a:p>
            <a:pPr marL="0" indent="0">
              <a:buNone/>
            </a:pPr>
            <a:r>
              <a:rPr lang="en-US" sz="2800" dirty="0"/>
              <a:t>   - User</a:t>
            </a:r>
          </a:p>
          <a:p>
            <a:pPr marL="0" indent="0">
              <a:buNone/>
            </a:pPr>
            <a:r>
              <a:rPr lang="en-US" sz="2800" dirty="0"/>
              <a:t>   - Login Page</a:t>
            </a:r>
          </a:p>
          <a:p>
            <a:pPr marL="0" indent="0">
              <a:buNone/>
            </a:pPr>
            <a:r>
              <a:rPr lang="en-US" sz="2800" dirty="0"/>
              <a:t>   - </a:t>
            </a:r>
            <a:r>
              <a:rPr lang="en-US" sz="2800" dirty="0" err="1"/>
              <a:t>AuthService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- Database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BE4B13FD-63BB-1EAE-3C8B-B30FAB9C10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75" r="50448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Sequence Diagram: Login Process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53079B4C-56EA-B325-B86A-53577E8B49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15521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6" name="Rectangle 104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ml sequence diagram">
            <a:extLst>
              <a:ext uri="{FF2B5EF4-FFF2-40B4-BE49-F238E27FC236}">
                <a16:creationId xmlns:a16="http://schemas.microsoft.com/office/drawing/2014/main" id="{F044100D-9741-A5F5-7BF3-C4913CFE6F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33" r="9416" b="4"/>
          <a:stretch>
            <a:fillRect/>
          </a:stretch>
        </p:blipFill>
        <p:spPr bwMode="auto">
          <a:xfrm>
            <a:off x="1749453" y="457200"/>
            <a:ext cx="5645093" cy="594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90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Best Practices</a:t>
            </a:r>
          </a:p>
        </p:txBody>
      </p:sp>
      <p:grpSp>
        <p:nvGrpSpPr>
          <p:cNvPr id="35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37" name="Content Placeholder 2">
            <a:extLst>
              <a:ext uri="{FF2B5EF4-FFF2-40B4-BE49-F238E27FC236}">
                <a16:creationId xmlns:a16="http://schemas.microsoft.com/office/drawing/2014/main" id="{CC749C31-305B-9792-F773-F8E8405904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5322232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Tools to Create Sequence Diagrams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72073D-0DD5-F66B-E160-0AEDB6A15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216420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Summary and Learning Tips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3152A2-0B22-6C51-9276-1D53AA5629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80203108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Question mark against red wall">
            <a:extLst>
              <a:ext uri="{FF2B5EF4-FFF2-40B4-BE49-F238E27FC236}">
                <a16:creationId xmlns:a16="http://schemas.microsoft.com/office/drawing/2014/main" id="{E783C950-56B4-E901-BBA3-FC73F862C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6022" r="1" b="1"/>
          <a:stretch>
            <a:fillRect/>
          </a:stretch>
        </p:blipFill>
        <p:spPr>
          <a:xfrm>
            <a:off x="20" y="10"/>
            <a:ext cx="725221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843764" y="0"/>
            <a:ext cx="530023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29623D-95A3-8A38-A86D-B8BF3B4EF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1551" y="743447"/>
            <a:ext cx="2584324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/>
              <a:t>Q&amp;A?</a:t>
            </a:r>
          </a:p>
        </p:txBody>
      </p:sp>
    </p:spTree>
    <p:extLst>
      <p:ext uri="{BB962C8B-B14F-4D97-AF65-F5344CB8AC3E}">
        <p14:creationId xmlns:p14="http://schemas.microsoft.com/office/powerpoint/2010/main" val="1834025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276</Words>
  <Application>Microsoft Office PowerPoint</Application>
  <PresentationFormat>On-screen Show (4:3)</PresentationFormat>
  <Paragraphs>46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Introduction to Sequence Diagrams</vt:lpstr>
      <vt:lpstr>What is a Sequence Diagram?</vt:lpstr>
      <vt:lpstr>Key Elements in a Sequence Diagram</vt:lpstr>
      <vt:lpstr>Example Scenario: User Login</vt:lpstr>
      <vt:lpstr>Sequence Diagram: Login Process</vt:lpstr>
      <vt:lpstr>PowerPoint Presentation</vt:lpstr>
      <vt:lpstr>Best Practices</vt:lpstr>
      <vt:lpstr>Tools to Create Sequence Diagrams</vt:lpstr>
      <vt:lpstr>Summary and Learning Tips</vt:lpstr>
      <vt:lpstr>Q&amp;A?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Mohammad Norouzifard</cp:lastModifiedBy>
  <cp:revision>5</cp:revision>
  <dcterms:created xsi:type="dcterms:W3CDTF">2013-01-27T09:14:16Z</dcterms:created>
  <dcterms:modified xsi:type="dcterms:W3CDTF">2025-05-24T21:03:47Z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96ed6d7-747c-41fd-b042-ff14484edc24_Enabled">
    <vt:lpwstr>true</vt:lpwstr>
  </property>
  <property fmtid="{D5CDD505-2E9C-101B-9397-08002B2CF9AE}" pid="3" name="MSIP_Label_c96ed6d7-747c-41fd-b042-ff14484edc24_SetDate">
    <vt:lpwstr>2025-05-24T20:30:17Z</vt:lpwstr>
  </property>
  <property fmtid="{D5CDD505-2E9C-101B-9397-08002B2CF9AE}" pid="4" name="MSIP_Label_c96ed6d7-747c-41fd-b042-ff14484edc24_Method">
    <vt:lpwstr>Standard</vt:lpwstr>
  </property>
  <property fmtid="{D5CDD505-2E9C-101B-9397-08002B2CF9AE}" pid="5" name="MSIP_Label_c96ed6d7-747c-41fd-b042-ff14484edc24_Name">
    <vt:lpwstr>defa4170-0d19-0005-0004-bc88714345d2</vt:lpwstr>
  </property>
  <property fmtid="{D5CDD505-2E9C-101B-9397-08002B2CF9AE}" pid="6" name="MSIP_Label_c96ed6d7-747c-41fd-b042-ff14484edc24_SiteId">
    <vt:lpwstr>6a425d0d-58f2-4e36-8689-10002b2ec567</vt:lpwstr>
  </property>
  <property fmtid="{D5CDD505-2E9C-101B-9397-08002B2CF9AE}" pid="7" name="MSIP_Label_c96ed6d7-747c-41fd-b042-ff14484edc24_ActionId">
    <vt:lpwstr>6e53c68b-930a-4440-875d-b73adfcb4ede</vt:lpwstr>
  </property>
  <property fmtid="{D5CDD505-2E9C-101B-9397-08002B2CF9AE}" pid="8" name="MSIP_Label_c96ed6d7-747c-41fd-b042-ff14484edc24_ContentBits">
    <vt:lpwstr>0</vt:lpwstr>
  </property>
  <property fmtid="{D5CDD505-2E9C-101B-9397-08002B2CF9AE}" pid="9" name="MSIP_Label_c96ed6d7-747c-41fd-b042-ff14484edc24_Tag">
    <vt:lpwstr>10, 3, 0, 1</vt:lpwstr>
  </property>
</Properties>
</file>